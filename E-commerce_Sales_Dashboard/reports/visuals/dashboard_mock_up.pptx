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E0A"/>
    <a:srgbClr val="000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DEC1F-98D3-4284-AC03-D9739D492987}" v="78" dt="2026-09-18T03:10:44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ade Bamidele" userId="1561743a825db6f2" providerId="LiveId" clId="{AB2DEC1F-98D3-4284-AC03-D9739D492987}"/>
    <pc:docChg chg="undo custSel addSld modSld modMainMaster">
      <pc:chgData name="Kolade Bamidele" userId="1561743a825db6f2" providerId="LiveId" clId="{AB2DEC1F-98D3-4284-AC03-D9739D492987}" dt="2026-09-18T14:51:21" v="2020" actId="208"/>
      <pc:docMkLst>
        <pc:docMk/>
      </pc:docMkLst>
      <pc:sldChg chg="addSp delSp modSp mod modTransition modClrScheme chgLayout">
        <pc:chgData name="Kolade Bamidele" userId="1561743a825db6f2" providerId="LiveId" clId="{AB2DEC1F-98D3-4284-AC03-D9739D492987}" dt="2026-09-18T14:51:21" v="2020" actId="208"/>
        <pc:sldMkLst>
          <pc:docMk/>
          <pc:sldMk cId="325549527" sldId="256"/>
        </pc:sldMkLst>
        <pc:spChg chg="add mod">
          <ac:chgData name="Kolade Bamidele" userId="1561743a825db6f2" providerId="LiveId" clId="{AB2DEC1F-98D3-4284-AC03-D9739D492987}" dt="2026-09-18T03:15:12.233" v="2014" actId="207"/>
          <ac:spMkLst>
            <pc:docMk/>
            <pc:sldMk cId="325549527" sldId="256"/>
            <ac:spMk id="2" creationId="{B1CFFB15-6480-1BD8-C4C0-080447D18F5A}"/>
          </ac:spMkLst>
        </pc:spChg>
        <pc:spChg chg="del mod ord">
          <ac:chgData name="Kolade Bamidele" userId="1561743a825db6f2" providerId="LiveId" clId="{AB2DEC1F-98D3-4284-AC03-D9739D492987}" dt="2026-09-16T16:07:59.687" v="0" actId="700"/>
          <ac:spMkLst>
            <pc:docMk/>
            <pc:sldMk cId="325549527" sldId="256"/>
            <ac:spMk id="2" creationId="{D9B42A32-A07F-9F99-445B-0E7B53749921}"/>
          </ac:spMkLst>
        </pc:spChg>
        <pc:spChg chg="del">
          <ac:chgData name="Kolade Bamidele" userId="1561743a825db6f2" providerId="LiveId" clId="{AB2DEC1F-98D3-4284-AC03-D9739D492987}" dt="2026-09-16T16:07:59.687" v="0" actId="700"/>
          <ac:spMkLst>
            <pc:docMk/>
            <pc:sldMk cId="325549527" sldId="256"/>
            <ac:spMk id="3" creationId="{EE29E621-5E98-1B84-FB1B-FE8DDB0708DD}"/>
          </ac:spMkLst>
        </pc:spChg>
        <pc:spChg chg="add del mod ord">
          <ac:chgData name="Kolade Bamidele" userId="1561743a825db6f2" providerId="LiveId" clId="{AB2DEC1F-98D3-4284-AC03-D9739D492987}" dt="2026-09-16T16:08:03.617" v="1" actId="700"/>
          <ac:spMkLst>
            <pc:docMk/>
            <pc:sldMk cId="325549527" sldId="256"/>
            <ac:spMk id="4" creationId="{AD54B72F-C464-2AD0-3B22-C05D0AF07734}"/>
          </ac:spMkLst>
        </pc:spChg>
        <pc:spChg chg="add del mod">
          <ac:chgData name="Kolade Bamidele" userId="1561743a825db6f2" providerId="LiveId" clId="{AB2DEC1F-98D3-4284-AC03-D9739D492987}" dt="2026-09-16T16:09:32.174" v="4" actId="478"/>
          <ac:spMkLst>
            <pc:docMk/>
            <pc:sldMk cId="325549527" sldId="256"/>
            <ac:spMk id="5" creationId="{947DFEDA-0203-4EEB-275F-AA731C911543}"/>
          </ac:spMkLst>
        </pc:spChg>
        <pc:spChg chg="add mod">
          <ac:chgData name="Kolade Bamidele" userId="1561743a825db6f2" providerId="LiveId" clId="{AB2DEC1F-98D3-4284-AC03-D9739D492987}" dt="2026-09-16T17:06:02.551" v="819" actId="14100"/>
          <ac:spMkLst>
            <pc:docMk/>
            <pc:sldMk cId="325549527" sldId="256"/>
            <ac:spMk id="6" creationId="{4247BEEA-D3B7-63F6-3AC0-201CDD061B5C}"/>
          </ac:spMkLst>
        </pc:spChg>
        <pc:spChg chg="add del mod">
          <ac:chgData name="Kolade Bamidele" userId="1561743a825db6f2" providerId="LiveId" clId="{AB2DEC1F-98D3-4284-AC03-D9739D492987}" dt="2026-09-16T16:15:14.419" v="34" actId="478"/>
          <ac:spMkLst>
            <pc:docMk/>
            <pc:sldMk cId="325549527" sldId="256"/>
            <ac:spMk id="7" creationId="{A921E435-42E1-BF7F-17FE-7836CEBDC7DD}"/>
          </ac:spMkLst>
        </pc:spChg>
        <pc:spChg chg="add del mod">
          <ac:chgData name="Kolade Bamidele" userId="1561743a825db6f2" providerId="LiveId" clId="{AB2DEC1F-98D3-4284-AC03-D9739D492987}" dt="2026-09-16T16:15:17.435" v="35" actId="478"/>
          <ac:spMkLst>
            <pc:docMk/>
            <pc:sldMk cId="325549527" sldId="256"/>
            <ac:spMk id="8" creationId="{D44C5741-EF51-E16B-CDA3-C66C1219753E}"/>
          </ac:spMkLst>
        </pc:spChg>
        <pc:spChg chg="add del mod">
          <ac:chgData name="Kolade Bamidele" userId="1561743a825db6f2" providerId="LiveId" clId="{AB2DEC1F-98D3-4284-AC03-D9739D492987}" dt="2026-09-16T16:15:19.214" v="36" actId="478"/>
          <ac:spMkLst>
            <pc:docMk/>
            <pc:sldMk cId="325549527" sldId="256"/>
            <ac:spMk id="9" creationId="{8BF1D052-E615-B39B-BC3D-ADF9530FC872}"/>
          </ac:spMkLst>
        </pc:spChg>
        <pc:spChg chg="add del mod">
          <ac:chgData name="Kolade Bamidele" userId="1561743a825db6f2" providerId="LiveId" clId="{AB2DEC1F-98D3-4284-AC03-D9739D492987}" dt="2026-09-16T16:15:21.925" v="37" actId="478"/>
          <ac:spMkLst>
            <pc:docMk/>
            <pc:sldMk cId="325549527" sldId="256"/>
            <ac:spMk id="10" creationId="{78F0F4D9-1828-B48D-C66D-2A83BD75D70F}"/>
          </ac:spMkLst>
        </pc:spChg>
        <pc:spChg chg="add del mod">
          <ac:chgData name="Kolade Bamidele" userId="1561743a825db6f2" providerId="LiveId" clId="{AB2DEC1F-98D3-4284-AC03-D9739D492987}" dt="2026-09-18T14:47:04.251" v="2015" actId="208"/>
          <ac:spMkLst>
            <pc:docMk/>
            <pc:sldMk cId="325549527" sldId="256"/>
            <ac:spMk id="11" creationId="{99DD5319-C3F8-A9B1-93C6-E05C1B601F16}"/>
          </ac:spMkLst>
        </pc:spChg>
        <pc:spChg chg="add del mod">
          <ac:chgData name="Kolade Bamidele" userId="1561743a825db6f2" providerId="LiveId" clId="{AB2DEC1F-98D3-4284-AC03-D9739D492987}" dt="2026-09-18T14:51:21" v="2020" actId="208"/>
          <ac:spMkLst>
            <pc:docMk/>
            <pc:sldMk cId="325549527" sldId="256"/>
            <ac:spMk id="12" creationId="{3ABB5BC9-CA07-37AD-E9A3-0DCC60462456}"/>
          </ac:spMkLst>
        </pc:spChg>
        <pc:spChg chg="add del mod">
          <ac:chgData name="Kolade Bamidele" userId="1561743a825db6f2" providerId="LiveId" clId="{AB2DEC1F-98D3-4284-AC03-D9739D492987}" dt="2026-09-18T14:51:21" v="2020" actId="208"/>
          <ac:spMkLst>
            <pc:docMk/>
            <pc:sldMk cId="325549527" sldId="256"/>
            <ac:spMk id="13" creationId="{63002691-D0E2-8ACD-9E28-6E0A011F5212}"/>
          </ac:spMkLst>
        </pc:spChg>
        <pc:spChg chg="add del mod">
          <ac:chgData name="Kolade Bamidele" userId="1561743a825db6f2" providerId="LiveId" clId="{AB2DEC1F-98D3-4284-AC03-D9739D492987}" dt="2026-09-18T14:51:21" v="2020" actId="208"/>
          <ac:spMkLst>
            <pc:docMk/>
            <pc:sldMk cId="325549527" sldId="256"/>
            <ac:spMk id="14" creationId="{D918110A-E7A6-2D1A-5396-879E5B90E962}"/>
          </ac:spMkLst>
        </pc:spChg>
        <pc:spChg chg="add mod">
          <ac:chgData name="Kolade Bamidele" userId="1561743a825db6f2" providerId="LiveId" clId="{AB2DEC1F-98D3-4284-AC03-D9739D492987}" dt="2026-09-16T16:44:24.738" v="453" actId="208"/>
          <ac:spMkLst>
            <pc:docMk/>
            <pc:sldMk cId="325549527" sldId="256"/>
            <ac:spMk id="17" creationId="{64C1856C-5C6D-A5A5-7BE8-9CAABBB05889}"/>
          </ac:spMkLst>
        </pc:spChg>
        <pc:spChg chg="add mod">
          <ac:chgData name="Kolade Bamidele" userId="1561743a825db6f2" providerId="LiveId" clId="{AB2DEC1F-98D3-4284-AC03-D9739D492987}" dt="2026-09-16T16:44:24.738" v="453" actId="208"/>
          <ac:spMkLst>
            <pc:docMk/>
            <pc:sldMk cId="325549527" sldId="256"/>
            <ac:spMk id="18" creationId="{4C29606E-CFE3-2C88-403C-90CC7CA9E78F}"/>
          </ac:spMkLst>
        </pc:spChg>
        <pc:spChg chg="add mod">
          <ac:chgData name="Kolade Bamidele" userId="1561743a825db6f2" providerId="LiveId" clId="{AB2DEC1F-98D3-4284-AC03-D9739D492987}" dt="2026-09-16T16:51:51.852" v="633" actId="14100"/>
          <ac:spMkLst>
            <pc:docMk/>
            <pc:sldMk cId="325549527" sldId="256"/>
            <ac:spMk id="21" creationId="{3BC59FBB-BF52-6EF2-9A5C-7DCE99F74F0F}"/>
          </ac:spMkLst>
        </pc:spChg>
        <pc:spChg chg="add mod">
          <ac:chgData name="Kolade Bamidele" userId="1561743a825db6f2" providerId="LiveId" clId="{AB2DEC1F-98D3-4284-AC03-D9739D492987}" dt="2026-09-16T16:51:51.852" v="633" actId="14100"/>
          <ac:spMkLst>
            <pc:docMk/>
            <pc:sldMk cId="325549527" sldId="256"/>
            <ac:spMk id="22" creationId="{7764B37C-56DE-46D8-4EF0-B0D5441D70C8}"/>
          </ac:spMkLst>
        </pc:spChg>
        <pc:spChg chg="add mod">
          <ac:chgData name="Kolade Bamidele" userId="1561743a825db6f2" providerId="LiveId" clId="{AB2DEC1F-98D3-4284-AC03-D9739D492987}" dt="2026-09-16T16:51:51.852" v="633" actId="14100"/>
          <ac:spMkLst>
            <pc:docMk/>
            <pc:sldMk cId="325549527" sldId="256"/>
            <ac:spMk id="23" creationId="{AE33374D-9FC0-7697-0A16-C3C47E9710F5}"/>
          </ac:spMkLst>
        </pc:spChg>
        <pc:spChg chg="add mod">
          <ac:chgData name="Kolade Bamidele" userId="1561743a825db6f2" providerId="LiveId" clId="{AB2DEC1F-98D3-4284-AC03-D9739D492987}" dt="2026-09-16T16:51:51.852" v="633" actId="14100"/>
          <ac:spMkLst>
            <pc:docMk/>
            <pc:sldMk cId="325549527" sldId="256"/>
            <ac:spMk id="24" creationId="{D62D4D06-9533-47A9-9AE9-46D9FC113E26}"/>
          </ac:spMkLst>
        </pc:spChg>
        <pc:spChg chg="add mod">
          <ac:chgData name="Kolade Bamidele" userId="1561743a825db6f2" providerId="LiveId" clId="{AB2DEC1F-98D3-4284-AC03-D9739D492987}" dt="2026-09-16T16:55:13.047" v="723" actId="14100"/>
          <ac:spMkLst>
            <pc:docMk/>
            <pc:sldMk cId="325549527" sldId="256"/>
            <ac:spMk id="25" creationId="{7E8D1905-4FA8-81DA-2428-1FD67BB06CF7}"/>
          </ac:spMkLst>
        </pc:spChg>
        <pc:spChg chg="add mod">
          <ac:chgData name="Kolade Bamidele" userId="1561743a825db6f2" providerId="LiveId" clId="{AB2DEC1F-98D3-4284-AC03-D9739D492987}" dt="2026-09-16T16:55:00.983" v="722" actId="14100"/>
          <ac:spMkLst>
            <pc:docMk/>
            <pc:sldMk cId="325549527" sldId="256"/>
            <ac:spMk id="26" creationId="{8260A067-6983-FD35-2B1B-31E4AE7FBDF2}"/>
          </ac:spMkLst>
        </pc:spChg>
        <pc:spChg chg="add mod">
          <ac:chgData name="Kolade Bamidele" userId="1561743a825db6f2" providerId="LiveId" clId="{AB2DEC1F-98D3-4284-AC03-D9739D492987}" dt="2026-09-16T16:58:42.058" v="805" actId="108"/>
          <ac:spMkLst>
            <pc:docMk/>
            <pc:sldMk cId="325549527" sldId="256"/>
            <ac:spMk id="27" creationId="{05B8B5D1-C920-D608-F421-6F7E9BD3F2B5}"/>
          </ac:spMkLst>
        </pc:spChg>
        <pc:spChg chg="add mod">
          <ac:chgData name="Kolade Bamidele" userId="1561743a825db6f2" providerId="LiveId" clId="{AB2DEC1F-98D3-4284-AC03-D9739D492987}" dt="2026-09-16T16:58:45.918" v="806" actId="108"/>
          <ac:spMkLst>
            <pc:docMk/>
            <pc:sldMk cId="325549527" sldId="256"/>
            <ac:spMk id="28" creationId="{A79BE1E1-0A7B-75E0-105D-0615CE9BA2D3}"/>
          </ac:spMkLst>
        </pc:spChg>
        <pc:spChg chg="add mod">
          <ac:chgData name="Kolade Bamidele" userId="1561743a825db6f2" providerId="LiveId" clId="{AB2DEC1F-98D3-4284-AC03-D9739D492987}" dt="2026-09-17T06:19:27.789" v="1997" actId="2711"/>
          <ac:spMkLst>
            <pc:docMk/>
            <pc:sldMk cId="325549527" sldId="256"/>
            <ac:spMk id="29" creationId="{71FCAFCD-3AF7-6C7C-2C50-63F3ED8D6E4D}"/>
          </ac:spMkLst>
        </pc:spChg>
        <pc:spChg chg="add mod">
          <ac:chgData name="Kolade Bamidele" userId="1561743a825db6f2" providerId="LiveId" clId="{AB2DEC1F-98D3-4284-AC03-D9739D492987}" dt="2026-09-18T14:47:12.988" v="2016" actId="207"/>
          <ac:spMkLst>
            <pc:docMk/>
            <pc:sldMk cId="325549527" sldId="256"/>
            <ac:spMk id="30" creationId="{B50E6AF4-9E30-B396-DBE4-0943A6991310}"/>
          </ac:spMkLst>
        </pc:spChg>
        <pc:spChg chg="add mod">
          <ac:chgData name="Kolade Bamidele" userId="1561743a825db6f2" providerId="LiveId" clId="{AB2DEC1F-98D3-4284-AC03-D9739D492987}" dt="2026-09-18T14:47:31.102" v="2017" actId="207"/>
          <ac:spMkLst>
            <pc:docMk/>
            <pc:sldMk cId="325549527" sldId="256"/>
            <ac:spMk id="31" creationId="{E6C85728-1575-388A-A4F9-0044A026658D}"/>
          </ac:spMkLst>
        </pc:spChg>
        <pc:spChg chg="add mod">
          <ac:chgData name="Kolade Bamidele" userId="1561743a825db6f2" providerId="LiveId" clId="{AB2DEC1F-98D3-4284-AC03-D9739D492987}" dt="2026-09-18T14:47:36.306" v="2018" actId="207"/>
          <ac:spMkLst>
            <pc:docMk/>
            <pc:sldMk cId="325549527" sldId="256"/>
            <ac:spMk id="32" creationId="{6812BE69-D79B-9CEF-B8EE-A6E1DAB204A7}"/>
          </ac:spMkLst>
        </pc:spChg>
        <pc:spChg chg="add mod">
          <ac:chgData name="Kolade Bamidele" userId="1561743a825db6f2" providerId="LiveId" clId="{AB2DEC1F-98D3-4284-AC03-D9739D492987}" dt="2026-09-18T14:50:57.293" v="2019" actId="207"/>
          <ac:spMkLst>
            <pc:docMk/>
            <pc:sldMk cId="325549527" sldId="256"/>
            <ac:spMk id="33" creationId="{9DF80748-0341-8253-243F-2075F5349645}"/>
          </ac:spMkLst>
        </pc:spChg>
        <pc:spChg chg="add mod">
          <ac:chgData name="Kolade Bamidele" userId="1561743a825db6f2" providerId="LiveId" clId="{AB2DEC1F-98D3-4284-AC03-D9739D492987}" dt="2026-09-16T16:40:13.847" v="390" actId="113"/>
          <ac:spMkLst>
            <pc:docMk/>
            <pc:sldMk cId="325549527" sldId="256"/>
            <ac:spMk id="34" creationId="{B78DB9A9-48BF-DA10-53A1-7B799EE5F9BA}"/>
          </ac:spMkLst>
        </pc:spChg>
        <pc:spChg chg="add mod">
          <ac:chgData name="Kolade Bamidele" userId="1561743a825db6f2" providerId="LiveId" clId="{AB2DEC1F-98D3-4284-AC03-D9739D492987}" dt="2026-09-16T16:42:15.008" v="412" actId="122"/>
          <ac:spMkLst>
            <pc:docMk/>
            <pc:sldMk cId="325549527" sldId="256"/>
            <ac:spMk id="35" creationId="{68F3FFAE-1E37-2379-C60F-C7C1753A7363}"/>
          </ac:spMkLst>
        </pc:spChg>
        <pc:spChg chg="add mod">
          <ac:chgData name="Kolade Bamidele" userId="1561743a825db6f2" providerId="LiveId" clId="{AB2DEC1F-98D3-4284-AC03-D9739D492987}" dt="2026-09-16T16:42:24.395" v="414"/>
          <ac:spMkLst>
            <pc:docMk/>
            <pc:sldMk cId="325549527" sldId="256"/>
            <ac:spMk id="36" creationId="{45438006-BE86-055C-4FDD-26E6A537EB44}"/>
          </ac:spMkLst>
        </pc:spChg>
        <pc:spChg chg="add mod">
          <ac:chgData name="Kolade Bamidele" userId="1561743a825db6f2" providerId="LiveId" clId="{AB2DEC1F-98D3-4284-AC03-D9739D492987}" dt="2026-09-16T16:43:29.196" v="451" actId="1038"/>
          <ac:spMkLst>
            <pc:docMk/>
            <pc:sldMk cId="325549527" sldId="256"/>
            <ac:spMk id="37" creationId="{D3475FE6-CAC0-4926-DC0D-1C97882ACFEB}"/>
          </ac:spMkLst>
        </pc:spChg>
        <pc:spChg chg="add mod">
          <ac:chgData name="Kolade Bamidele" userId="1561743a825db6f2" providerId="LiveId" clId="{AB2DEC1F-98D3-4284-AC03-D9739D492987}" dt="2026-09-16T16:51:00.783" v="630" actId="255"/>
          <ac:spMkLst>
            <pc:docMk/>
            <pc:sldMk cId="325549527" sldId="256"/>
            <ac:spMk id="38" creationId="{D4768F4C-7CD7-5EA8-2EB8-1ECBADE3DE89}"/>
          </ac:spMkLst>
        </pc:spChg>
        <pc:spChg chg="add mod">
          <ac:chgData name="Kolade Bamidele" userId="1561743a825db6f2" providerId="LiveId" clId="{AB2DEC1F-98D3-4284-AC03-D9739D492987}" dt="2026-09-16T16:51:00.783" v="630" actId="255"/>
          <ac:spMkLst>
            <pc:docMk/>
            <pc:sldMk cId="325549527" sldId="256"/>
            <ac:spMk id="39" creationId="{C24D084E-D21C-816A-FC3A-EF3618572151}"/>
          </ac:spMkLst>
        </pc:spChg>
        <pc:spChg chg="add mod">
          <ac:chgData name="Kolade Bamidele" userId="1561743a825db6f2" providerId="LiveId" clId="{AB2DEC1F-98D3-4284-AC03-D9739D492987}" dt="2026-09-16T16:51:00.783" v="630" actId="255"/>
          <ac:spMkLst>
            <pc:docMk/>
            <pc:sldMk cId="325549527" sldId="256"/>
            <ac:spMk id="40" creationId="{AFB18E6E-2204-3CB9-4B79-A98E53645449}"/>
          </ac:spMkLst>
        </pc:spChg>
        <pc:spChg chg="add mod">
          <ac:chgData name="Kolade Bamidele" userId="1561743a825db6f2" providerId="LiveId" clId="{AB2DEC1F-98D3-4284-AC03-D9739D492987}" dt="2026-09-16T16:50:48.985" v="629" actId="255"/>
          <ac:spMkLst>
            <pc:docMk/>
            <pc:sldMk cId="325549527" sldId="256"/>
            <ac:spMk id="41" creationId="{5A869899-2AFF-9C17-43F5-2D980150D71B}"/>
          </ac:spMkLst>
        </pc:spChg>
        <pc:spChg chg="add mod">
          <ac:chgData name="Kolade Bamidele" userId="1561743a825db6f2" providerId="LiveId" clId="{AB2DEC1F-98D3-4284-AC03-D9739D492987}" dt="2026-09-16T16:54:21.849" v="719" actId="555"/>
          <ac:spMkLst>
            <pc:docMk/>
            <pc:sldMk cId="325549527" sldId="256"/>
            <ac:spMk id="42" creationId="{EE36BEF3-F3ED-6B4B-975B-7961AE1E442E}"/>
          </ac:spMkLst>
        </pc:spChg>
        <pc:spChg chg="add mod">
          <ac:chgData name="Kolade Bamidele" userId="1561743a825db6f2" providerId="LiveId" clId="{AB2DEC1F-98D3-4284-AC03-D9739D492987}" dt="2026-09-16T16:55:36.893" v="747" actId="1038"/>
          <ac:spMkLst>
            <pc:docMk/>
            <pc:sldMk cId="325549527" sldId="256"/>
            <ac:spMk id="43" creationId="{F0196224-BA6C-6753-386E-DE458BC9A802}"/>
          </ac:spMkLst>
        </pc:spChg>
        <pc:spChg chg="add mod">
          <ac:chgData name="Kolade Bamidele" userId="1561743a825db6f2" providerId="LiveId" clId="{AB2DEC1F-98D3-4284-AC03-D9739D492987}" dt="2026-09-16T16:58:34.244" v="804" actId="20577"/>
          <ac:spMkLst>
            <pc:docMk/>
            <pc:sldMk cId="325549527" sldId="256"/>
            <ac:spMk id="44" creationId="{C5F141B4-B48F-F622-817B-4FFE67C5E0E1}"/>
          </ac:spMkLst>
        </pc:spChg>
        <pc:spChg chg="add mod">
          <ac:chgData name="Kolade Bamidele" userId="1561743a825db6f2" providerId="LiveId" clId="{AB2DEC1F-98D3-4284-AC03-D9739D492987}" dt="2026-09-16T16:58:30.025" v="800" actId="20577"/>
          <ac:spMkLst>
            <pc:docMk/>
            <pc:sldMk cId="325549527" sldId="256"/>
            <ac:spMk id="45" creationId="{8019C1A2-FD23-57FB-AA2B-285433829BC8}"/>
          </ac:spMkLst>
        </pc:spChg>
        <pc:spChg chg="add mod">
          <ac:chgData name="Kolade Bamidele" userId="1561743a825db6f2" providerId="LiveId" clId="{AB2DEC1F-98D3-4284-AC03-D9739D492987}" dt="2026-09-16T21:27:21.581" v="1960" actId="20577"/>
          <ac:spMkLst>
            <pc:docMk/>
            <pc:sldMk cId="325549527" sldId="256"/>
            <ac:spMk id="46" creationId="{0522DECE-DA39-7ECA-3CA2-DF622C285298}"/>
          </ac:spMkLst>
        </pc:spChg>
        <pc:spChg chg="add mod">
          <ac:chgData name="Kolade Bamidele" userId="1561743a825db6f2" providerId="LiveId" clId="{AB2DEC1F-98D3-4284-AC03-D9739D492987}" dt="2026-09-16T21:27:37.271" v="1962" actId="1076"/>
          <ac:spMkLst>
            <pc:docMk/>
            <pc:sldMk cId="325549527" sldId="256"/>
            <ac:spMk id="47" creationId="{97859E78-78E8-49AF-271D-60F81F8F98E5}"/>
          </ac:spMkLst>
        </pc:spChg>
        <pc:spChg chg="add mod">
          <ac:chgData name="Kolade Bamidele" userId="1561743a825db6f2" providerId="LiveId" clId="{AB2DEC1F-98D3-4284-AC03-D9739D492987}" dt="2026-09-16T21:27:39.083" v="1963"/>
          <ac:spMkLst>
            <pc:docMk/>
            <pc:sldMk cId="325549527" sldId="256"/>
            <ac:spMk id="48" creationId="{E34000F1-BE3F-EF45-E99B-BC956094ACD5}"/>
          </ac:spMkLst>
        </pc:spChg>
        <pc:spChg chg="add mod">
          <ac:chgData name="Kolade Bamidele" userId="1561743a825db6f2" providerId="LiveId" clId="{AB2DEC1F-98D3-4284-AC03-D9739D492987}" dt="2026-09-16T21:27:40.318" v="1964"/>
          <ac:spMkLst>
            <pc:docMk/>
            <pc:sldMk cId="325549527" sldId="256"/>
            <ac:spMk id="49" creationId="{9ECD1DF0-76CA-B210-ECCD-FDCC8ED37BE4}"/>
          </ac:spMkLst>
        </pc:spChg>
        <pc:spChg chg="add mod">
          <ac:chgData name="Kolade Bamidele" userId="1561743a825db6f2" providerId="LiveId" clId="{AB2DEC1F-98D3-4284-AC03-D9739D492987}" dt="2026-09-16T21:28:12.627" v="1966" actId="1076"/>
          <ac:spMkLst>
            <pc:docMk/>
            <pc:sldMk cId="325549527" sldId="256"/>
            <ac:spMk id="50" creationId="{99DFE896-8579-4FF4-31C6-B4B72C6DFD7A}"/>
          </ac:spMkLst>
        </pc:spChg>
        <pc:spChg chg="add mod">
          <ac:chgData name="Kolade Bamidele" userId="1561743a825db6f2" providerId="LiveId" clId="{AB2DEC1F-98D3-4284-AC03-D9739D492987}" dt="2026-09-16T21:28:29.284" v="1972" actId="20577"/>
          <ac:spMkLst>
            <pc:docMk/>
            <pc:sldMk cId="325549527" sldId="256"/>
            <ac:spMk id="51" creationId="{6817FC41-A727-8A17-D6C7-42397EBDE0EF}"/>
          </ac:spMkLst>
        </pc:spChg>
        <pc:spChg chg="add mod">
          <ac:chgData name="Kolade Bamidele" userId="1561743a825db6f2" providerId="LiveId" clId="{AB2DEC1F-98D3-4284-AC03-D9739D492987}" dt="2026-09-16T21:28:45.272" v="1979" actId="20577"/>
          <ac:spMkLst>
            <pc:docMk/>
            <pc:sldMk cId="325549527" sldId="256"/>
            <ac:spMk id="52" creationId="{022330B1-5394-6594-AD24-3B3FDC8A46DC}"/>
          </ac:spMkLst>
        </pc:spChg>
        <pc:spChg chg="add mod">
          <ac:chgData name="Kolade Bamidele" userId="1561743a825db6f2" providerId="LiveId" clId="{AB2DEC1F-98D3-4284-AC03-D9739D492987}" dt="2026-09-16T21:29:11.056" v="1981" actId="1076"/>
          <ac:spMkLst>
            <pc:docMk/>
            <pc:sldMk cId="325549527" sldId="256"/>
            <ac:spMk id="53" creationId="{0585EB18-B6A0-91B4-4BE6-60F4727C9656}"/>
          </ac:spMkLst>
        </pc:spChg>
        <pc:picChg chg="add mod">
          <ac:chgData name="Kolade Bamidele" userId="1561743a825db6f2" providerId="LiveId" clId="{AB2DEC1F-98D3-4284-AC03-D9739D492987}" dt="2026-09-16T16:32:27.849" v="140" actId="207"/>
          <ac:picMkLst>
            <pc:docMk/>
            <pc:sldMk cId="325549527" sldId="256"/>
            <ac:picMk id="20" creationId="{E035343B-ECDA-1D9F-4DA5-2A548E740DFA}"/>
          </ac:picMkLst>
        </pc:picChg>
        <pc:cxnChg chg="add mod">
          <ac:chgData name="Kolade Bamidele" userId="1561743a825db6f2" providerId="LiveId" clId="{AB2DEC1F-98D3-4284-AC03-D9739D492987}" dt="2026-09-17T05:38:20.680" v="1996" actId="1036"/>
          <ac:cxnSpMkLst>
            <pc:docMk/>
            <pc:sldMk cId="325549527" sldId="256"/>
            <ac:cxnSpMk id="16" creationId="{63D5F732-43BC-2577-98C0-737419DC23A0}"/>
          </ac:cxnSpMkLst>
        </pc:cxnChg>
      </pc:sldChg>
      <pc:sldChg chg="addSp delSp modSp add mod modTransition">
        <pc:chgData name="Kolade Bamidele" userId="1561743a825db6f2" providerId="LiveId" clId="{AB2DEC1F-98D3-4284-AC03-D9739D492987}" dt="2026-09-17T05:22:22.318" v="1992"/>
        <pc:sldMkLst>
          <pc:docMk/>
          <pc:sldMk cId="3826083068" sldId="257"/>
        </pc:sldMkLst>
        <pc:spChg chg="add mod">
          <ac:chgData name="Kolade Bamidele" userId="1561743a825db6f2" providerId="LiveId" clId="{AB2DEC1F-98D3-4284-AC03-D9739D492987}" dt="2026-09-16T17:08:54.247" v="933" actId="14100"/>
          <ac:spMkLst>
            <pc:docMk/>
            <pc:sldMk cId="3826083068" sldId="257"/>
            <ac:spMk id="2" creationId="{9B47C018-83E5-FE5F-3CA0-0D48B88CCB31}"/>
          </ac:spMkLst>
        </pc:spChg>
        <pc:spChg chg="add mod">
          <ac:chgData name="Kolade Bamidele" userId="1561743a825db6f2" providerId="LiveId" clId="{AB2DEC1F-98D3-4284-AC03-D9739D492987}" dt="2026-09-16T17:09:06.345" v="944" actId="20577"/>
          <ac:spMkLst>
            <pc:docMk/>
            <pc:sldMk cId="3826083068" sldId="257"/>
            <ac:spMk id="3" creationId="{B32E0F2D-8069-CF3F-E6C0-8EDB52385587}"/>
          </ac:spMkLst>
        </pc:spChg>
        <pc:spChg chg="add mod">
          <ac:chgData name="Kolade Bamidele" userId="1561743a825db6f2" providerId="LiveId" clId="{AB2DEC1F-98D3-4284-AC03-D9739D492987}" dt="2026-09-16T21:26:29.607" v="1921" actId="20577"/>
          <ac:spMkLst>
            <pc:docMk/>
            <pc:sldMk cId="3826083068" sldId="257"/>
            <ac:spMk id="4" creationId="{2806B397-51A4-648C-EFAC-85BD31C562BA}"/>
          </ac:spMkLst>
        </pc:spChg>
        <pc:spChg chg="add mod">
          <ac:chgData name="Kolade Bamidele" userId="1561743a825db6f2" providerId="LiveId" clId="{AB2DEC1F-98D3-4284-AC03-D9739D492987}" dt="2026-09-16T21:26:55.907" v="1940" actId="20577"/>
          <ac:spMkLst>
            <pc:docMk/>
            <pc:sldMk cId="3826083068" sldId="257"/>
            <ac:spMk id="5" creationId="{3187E903-FB5D-059D-709D-38B502B88C32}"/>
          </ac:spMkLst>
        </pc:spChg>
        <pc:spChg chg="mod">
          <ac:chgData name="Kolade Bamidele" userId="1561743a825db6f2" providerId="LiveId" clId="{AB2DEC1F-98D3-4284-AC03-D9739D492987}" dt="2026-09-16T17:05:07.595" v="816" actId="207"/>
          <ac:spMkLst>
            <pc:docMk/>
            <pc:sldMk cId="3826083068" sldId="257"/>
            <ac:spMk id="6" creationId="{4247BEEA-D3B7-63F6-3AC0-201CDD061B5C}"/>
          </ac:spMkLst>
        </pc:spChg>
        <pc:spChg chg="mod">
          <ac:chgData name="Kolade Bamidele" userId="1561743a825db6f2" providerId="LiveId" clId="{AB2DEC1F-98D3-4284-AC03-D9739D492987}" dt="2026-09-16T17:05:52.223" v="818" actId="14100"/>
          <ac:spMkLst>
            <pc:docMk/>
            <pc:sldMk cId="3826083068" sldId="257"/>
            <ac:spMk id="11" creationId="{99DD5319-C3F8-A9B1-93C6-E05C1B601F16}"/>
          </ac:spMkLst>
        </pc:spChg>
        <pc:spChg chg="mod">
          <ac:chgData name="Kolade Bamidele" userId="1561743a825db6f2" providerId="LiveId" clId="{AB2DEC1F-98D3-4284-AC03-D9739D492987}" dt="2026-09-16T17:09:49.412" v="946" actId="14100"/>
          <ac:spMkLst>
            <pc:docMk/>
            <pc:sldMk cId="3826083068" sldId="257"/>
            <ac:spMk id="17" creationId="{64C1856C-5C6D-A5A5-7BE8-9CAABBB05889}"/>
          </ac:spMkLst>
        </pc:spChg>
        <pc:spChg chg="mod">
          <ac:chgData name="Kolade Bamidele" userId="1561743a825db6f2" providerId="LiveId" clId="{AB2DEC1F-98D3-4284-AC03-D9739D492987}" dt="2026-09-16T17:07:41.507" v="923" actId="14100"/>
          <ac:spMkLst>
            <pc:docMk/>
            <pc:sldMk cId="3826083068" sldId="257"/>
            <ac:spMk id="18" creationId="{4C29606E-CFE3-2C88-403C-90CC7CA9E78F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21" creationId="{3BC59FBB-BF52-6EF2-9A5C-7DCE99F74F0F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22" creationId="{7764B37C-56DE-46D8-4EF0-B0D5441D70C8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23" creationId="{AE33374D-9FC0-7697-0A16-C3C47E9710F5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24" creationId="{D62D4D06-9533-47A9-9AE9-46D9FC113E26}"/>
          </ac:spMkLst>
        </pc:spChg>
        <pc:spChg chg="mod">
          <ac:chgData name="Kolade Bamidele" userId="1561743a825db6f2" providerId="LiveId" clId="{AB2DEC1F-98D3-4284-AC03-D9739D492987}" dt="2026-09-16T17:17:22.396" v="1137" actId="1035"/>
          <ac:spMkLst>
            <pc:docMk/>
            <pc:sldMk cId="3826083068" sldId="257"/>
            <ac:spMk id="25" creationId="{7E8D1905-4FA8-81DA-2428-1FD67BB06CF7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26" creationId="{8260A067-6983-FD35-2B1B-31E4AE7FBDF2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27" creationId="{05B8B5D1-C920-D608-F421-6F7E9BD3F2B5}"/>
          </ac:spMkLst>
        </pc:spChg>
        <pc:spChg chg="mod">
          <ac:chgData name="Kolade Bamidele" userId="1561743a825db6f2" providerId="LiveId" clId="{AB2DEC1F-98D3-4284-AC03-D9739D492987}" dt="2026-09-16T17:17:11.816" v="1133" actId="14100"/>
          <ac:spMkLst>
            <pc:docMk/>
            <pc:sldMk cId="3826083068" sldId="257"/>
            <ac:spMk id="28" creationId="{A79BE1E1-0A7B-75E0-105D-0615CE9BA2D3}"/>
          </ac:spMkLst>
        </pc:spChg>
        <pc:spChg chg="mod">
          <ac:chgData name="Kolade Bamidele" userId="1561743a825db6f2" providerId="LiveId" clId="{AB2DEC1F-98D3-4284-AC03-D9739D492987}" dt="2026-09-16T17:04:53.906" v="814" actId="207"/>
          <ac:spMkLst>
            <pc:docMk/>
            <pc:sldMk cId="3826083068" sldId="257"/>
            <ac:spMk id="29" creationId="{71FCAFCD-3AF7-6C7C-2C50-63F3ED8D6E4D}"/>
          </ac:spMkLst>
        </pc:spChg>
        <pc:spChg chg="mod">
          <ac:chgData name="Kolade Bamidele" userId="1561743a825db6f2" providerId="LiveId" clId="{AB2DEC1F-98D3-4284-AC03-D9739D492987}" dt="2026-09-16T17:04:42.092" v="813" actId="207"/>
          <ac:spMkLst>
            <pc:docMk/>
            <pc:sldMk cId="3826083068" sldId="257"/>
            <ac:spMk id="30" creationId="{B50E6AF4-9E30-B396-DBE4-0943A6991310}"/>
          </ac:spMkLst>
        </pc:spChg>
        <pc:spChg chg="mod">
          <ac:chgData name="Kolade Bamidele" userId="1561743a825db6f2" providerId="LiveId" clId="{AB2DEC1F-98D3-4284-AC03-D9739D492987}" dt="2026-09-16T17:03:46.197" v="810" actId="1038"/>
          <ac:spMkLst>
            <pc:docMk/>
            <pc:sldMk cId="3826083068" sldId="257"/>
            <ac:spMk id="31" creationId="{E6C85728-1575-388A-A4F9-0044A026658D}"/>
          </ac:spMkLst>
        </pc:spChg>
        <pc:spChg chg="del">
          <ac:chgData name="Kolade Bamidele" userId="1561743a825db6f2" providerId="LiveId" clId="{AB2DEC1F-98D3-4284-AC03-D9739D492987}" dt="2026-09-16T17:06:18.241" v="820" actId="478"/>
          <ac:spMkLst>
            <pc:docMk/>
            <pc:sldMk cId="3826083068" sldId="257"/>
            <ac:spMk id="34" creationId="{B78DB9A9-48BF-DA10-53A1-7B799EE5F9BA}"/>
          </ac:spMkLst>
        </pc:spChg>
        <pc:spChg chg="mod">
          <ac:chgData name="Kolade Bamidele" userId="1561743a825db6f2" providerId="LiveId" clId="{AB2DEC1F-98D3-4284-AC03-D9739D492987}" dt="2026-09-16T17:08:23.606" v="930" actId="1035"/>
          <ac:spMkLst>
            <pc:docMk/>
            <pc:sldMk cId="3826083068" sldId="257"/>
            <ac:spMk id="35" creationId="{68F3FFAE-1E37-2379-C60F-C7C1753A7363}"/>
          </ac:spMkLst>
        </pc:spChg>
        <pc:spChg chg="mod">
          <ac:chgData name="Kolade Bamidele" userId="1561743a825db6f2" providerId="LiveId" clId="{AB2DEC1F-98D3-4284-AC03-D9739D492987}" dt="2026-09-16T17:10:10.850" v="965" actId="1037"/>
          <ac:spMkLst>
            <pc:docMk/>
            <pc:sldMk cId="3826083068" sldId="257"/>
            <ac:spMk id="37" creationId="{D3475FE6-CAC0-4926-DC0D-1C97882ACFEB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38" creationId="{D4768F4C-7CD7-5EA8-2EB8-1ECBADE3DE89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39" creationId="{C24D084E-D21C-816A-FC3A-EF3618572151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40" creationId="{AFB18E6E-2204-3CB9-4B79-A98E53645449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41" creationId="{5A869899-2AFF-9C17-43F5-2D980150D71B}"/>
          </ac:spMkLst>
        </pc:spChg>
        <pc:spChg chg="mod">
          <ac:chgData name="Kolade Bamidele" userId="1561743a825db6f2" providerId="LiveId" clId="{AB2DEC1F-98D3-4284-AC03-D9739D492987}" dt="2026-09-16T17:16:11.372" v="1125" actId="1076"/>
          <ac:spMkLst>
            <pc:docMk/>
            <pc:sldMk cId="3826083068" sldId="257"/>
            <ac:spMk id="42" creationId="{EE36BEF3-F3ED-6B4B-975B-7961AE1E442E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43" creationId="{F0196224-BA6C-6753-386E-DE458BC9A802}"/>
          </ac:spMkLst>
        </pc:spChg>
        <pc:spChg chg="del">
          <ac:chgData name="Kolade Bamidele" userId="1561743a825db6f2" providerId="LiveId" clId="{AB2DEC1F-98D3-4284-AC03-D9739D492987}" dt="2026-09-16T17:11:04.610" v="966" actId="478"/>
          <ac:spMkLst>
            <pc:docMk/>
            <pc:sldMk cId="3826083068" sldId="257"/>
            <ac:spMk id="44" creationId="{C5F141B4-B48F-F622-817B-4FFE67C5E0E1}"/>
          </ac:spMkLst>
        </pc:spChg>
        <pc:spChg chg="mod">
          <ac:chgData name="Kolade Bamidele" userId="1561743a825db6f2" providerId="LiveId" clId="{AB2DEC1F-98D3-4284-AC03-D9739D492987}" dt="2026-09-16T17:16:21.702" v="1129" actId="1037"/>
          <ac:spMkLst>
            <pc:docMk/>
            <pc:sldMk cId="3826083068" sldId="257"/>
            <ac:spMk id="45" creationId="{8019C1A2-FD23-57FB-AA2B-285433829BC8}"/>
          </ac:spMkLst>
        </pc:spChg>
        <pc:picChg chg="del">
          <ac:chgData name="Kolade Bamidele" userId="1561743a825db6f2" providerId="LiveId" clId="{AB2DEC1F-98D3-4284-AC03-D9739D492987}" dt="2026-09-16T17:06:21.069" v="821" actId="478"/>
          <ac:picMkLst>
            <pc:docMk/>
            <pc:sldMk cId="3826083068" sldId="257"/>
            <ac:picMk id="20" creationId="{E035343B-ECDA-1D9F-4DA5-2A548E740DFA}"/>
          </ac:picMkLst>
        </pc:picChg>
      </pc:sldChg>
      <pc:sldChg chg="addSp delSp modSp add mod modTransition">
        <pc:chgData name="Kolade Bamidele" userId="1561743a825db6f2" providerId="LiveId" clId="{AB2DEC1F-98D3-4284-AC03-D9739D492987}" dt="2026-09-17T05:22:22.318" v="1992"/>
        <pc:sldMkLst>
          <pc:docMk/>
          <pc:sldMk cId="27995278" sldId="258"/>
        </pc:sldMkLst>
        <pc:spChg chg="del">
          <ac:chgData name="Kolade Bamidele" userId="1561743a825db6f2" providerId="LiveId" clId="{AB2DEC1F-98D3-4284-AC03-D9739D492987}" dt="2026-09-16T20:07:56.565" v="1206" actId="478"/>
          <ac:spMkLst>
            <pc:docMk/>
            <pc:sldMk cId="27995278" sldId="258"/>
            <ac:spMk id="2" creationId="{9B47C018-83E5-FE5F-3CA0-0D48B88CCB31}"/>
          </ac:spMkLst>
        </pc:spChg>
        <pc:spChg chg="mod">
          <ac:chgData name="Kolade Bamidele" userId="1561743a825db6f2" providerId="LiveId" clId="{AB2DEC1F-98D3-4284-AC03-D9739D492987}" dt="2026-09-16T20:06:41.566" v="1188" actId="122"/>
          <ac:spMkLst>
            <pc:docMk/>
            <pc:sldMk cId="27995278" sldId="258"/>
            <ac:spMk id="3" creationId="{B32E0F2D-8069-CF3F-E6C0-8EDB52385587}"/>
          </ac:spMkLst>
        </pc:spChg>
        <pc:spChg chg="add del mod">
          <ac:chgData name="Kolade Bamidele" userId="1561743a825db6f2" providerId="LiveId" clId="{AB2DEC1F-98D3-4284-AC03-D9739D492987}" dt="2026-09-16T20:03:19.618" v="1149" actId="478"/>
          <ac:spMkLst>
            <pc:docMk/>
            <pc:sldMk cId="27995278" sldId="258"/>
            <ac:spMk id="4" creationId="{6A11A012-84FF-5932-D8D6-C76B11544F6D}"/>
          </ac:spMkLst>
        </pc:spChg>
        <pc:spChg chg="add mod">
          <ac:chgData name="Kolade Bamidele" userId="1561743a825db6f2" providerId="LiveId" clId="{AB2DEC1F-98D3-4284-AC03-D9739D492987}" dt="2026-09-16T20:04:19.381" v="1161" actId="1076"/>
          <ac:spMkLst>
            <pc:docMk/>
            <pc:sldMk cId="27995278" sldId="258"/>
            <ac:spMk id="5" creationId="{291733C3-80BC-5F51-3C99-CC03CD0002F6}"/>
          </ac:spMkLst>
        </pc:spChg>
        <pc:spChg chg="add mod">
          <ac:chgData name="Kolade Bamidele" userId="1561743a825db6f2" providerId="LiveId" clId="{AB2DEC1F-98D3-4284-AC03-D9739D492987}" dt="2026-09-16T20:04:19.381" v="1161" actId="1076"/>
          <ac:spMkLst>
            <pc:docMk/>
            <pc:sldMk cId="27995278" sldId="258"/>
            <ac:spMk id="7" creationId="{98DF26A1-360C-9CC0-1907-AF814DDB7342}"/>
          </ac:spMkLst>
        </pc:spChg>
        <pc:spChg chg="add mod">
          <ac:chgData name="Kolade Bamidele" userId="1561743a825db6f2" providerId="LiveId" clId="{AB2DEC1F-98D3-4284-AC03-D9739D492987}" dt="2026-09-16T20:07:04.370" v="1192" actId="20577"/>
          <ac:spMkLst>
            <pc:docMk/>
            <pc:sldMk cId="27995278" sldId="258"/>
            <ac:spMk id="8" creationId="{1647A47F-858D-70FA-1756-E53593B8C3E9}"/>
          </ac:spMkLst>
        </pc:spChg>
        <pc:spChg chg="add mod">
          <ac:chgData name="Kolade Bamidele" userId="1561743a825db6f2" providerId="LiveId" clId="{AB2DEC1F-98D3-4284-AC03-D9739D492987}" dt="2026-09-16T20:07:33.955" v="1203" actId="1038"/>
          <ac:spMkLst>
            <pc:docMk/>
            <pc:sldMk cId="27995278" sldId="258"/>
            <ac:spMk id="9" creationId="{2ACB4E79-9CDC-BF2F-24CB-6B7406F05E28}"/>
          </ac:spMkLst>
        </pc:spChg>
        <pc:spChg chg="add mod">
          <ac:chgData name="Kolade Bamidele" userId="1561743a825db6f2" providerId="LiveId" clId="{AB2DEC1F-98D3-4284-AC03-D9739D492987}" dt="2026-09-16T21:00:24.759" v="1503" actId="120"/>
          <ac:spMkLst>
            <pc:docMk/>
            <pc:sldMk cId="27995278" sldId="258"/>
            <ac:spMk id="10" creationId="{F299AB1B-DC0A-EB78-B9B7-8F5ED02A5105}"/>
          </ac:spMkLst>
        </pc:spChg>
        <pc:spChg chg="mod">
          <ac:chgData name="Kolade Bamidele" userId="1561743a825db6f2" providerId="LiveId" clId="{AB2DEC1F-98D3-4284-AC03-D9739D492987}" dt="2026-09-16T17:24:19.676" v="1144" actId="2085"/>
          <ac:spMkLst>
            <pc:docMk/>
            <pc:sldMk cId="27995278" sldId="258"/>
            <ac:spMk id="11" creationId="{99DD5319-C3F8-A9B1-93C6-E05C1B601F16}"/>
          </ac:spMkLst>
        </pc:spChg>
        <pc:spChg chg="mod">
          <ac:chgData name="Kolade Bamidele" userId="1561743a825db6f2" providerId="LiveId" clId="{AB2DEC1F-98D3-4284-AC03-D9739D492987}" dt="2026-09-16T17:22:50.777" v="1140" actId="2085"/>
          <ac:spMkLst>
            <pc:docMk/>
            <pc:sldMk cId="27995278" sldId="258"/>
            <ac:spMk id="12" creationId="{3ABB5BC9-CA07-37AD-E9A3-0DCC60462456}"/>
          </ac:spMkLst>
        </pc:spChg>
        <pc:spChg chg="add mod">
          <ac:chgData name="Kolade Bamidele" userId="1561743a825db6f2" providerId="LiveId" clId="{AB2DEC1F-98D3-4284-AC03-D9739D492987}" dt="2026-09-16T21:25:29.670" v="1894" actId="1076"/>
          <ac:spMkLst>
            <pc:docMk/>
            <pc:sldMk cId="27995278" sldId="258"/>
            <ac:spMk id="15" creationId="{4CF0F0D5-F3A2-C5FD-F2C4-F5813C7E0FA3}"/>
          </ac:spMkLst>
        </pc:spChg>
        <pc:spChg chg="mod">
          <ac:chgData name="Kolade Bamidele" userId="1561743a825db6f2" providerId="LiveId" clId="{AB2DEC1F-98D3-4284-AC03-D9739D492987}" dt="2026-09-16T20:04:19.381" v="1161" actId="1076"/>
          <ac:spMkLst>
            <pc:docMk/>
            <pc:sldMk cId="27995278" sldId="258"/>
            <ac:spMk id="17" creationId="{64C1856C-5C6D-A5A5-7BE8-9CAABBB05889}"/>
          </ac:spMkLst>
        </pc:spChg>
        <pc:spChg chg="del">
          <ac:chgData name="Kolade Bamidele" userId="1561743a825db6f2" providerId="LiveId" clId="{AB2DEC1F-98D3-4284-AC03-D9739D492987}" dt="2026-09-16T20:07:56.565" v="1206" actId="478"/>
          <ac:spMkLst>
            <pc:docMk/>
            <pc:sldMk cId="27995278" sldId="258"/>
            <ac:spMk id="18" creationId="{4C29606E-CFE3-2C88-403C-90CC7CA9E78F}"/>
          </ac:spMkLst>
        </pc:spChg>
        <pc:spChg chg="add mod">
          <ac:chgData name="Kolade Bamidele" userId="1561743a825db6f2" providerId="LiveId" clId="{AB2DEC1F-98D3-4284-AC03-D9739D492987}" dt="2026-09-16T21:25:57.683" v="1915" actId="1038"/>
          <ac:spMkLst>
            <pc:docMk/>
            <pc:sldMk cId="27995278" sldId="258"/>
            <ac:spMk id="19" creationId="{7B3FC01E-0F44-F30A-8BBE-75F93235066B}"/>
          </ac:spMkLst>
        </pc:spChg>
        <pc:spChg chg="mod">
          <ac:chgData name="Kolade Bamidele" userId="1561743a825db6f2" providerId="LiveId" clId="{AB2DEC1F-98D3-4284-AC03-D9739D492987}" dt="2026-09-16T20:19:47.602" v="1232" actId="14100"/>
          <ac:spMkLst>
            <pc:docMk/>
            <pc:sldMk cId="27995278" sldId="258"/>
            <ac:spMk id="25" creationId="{7E8D1905-4FA8-81DA-2428-1FD67BB06CF7}"/>
          </ac:spMkLst>
        </pc:spChg>
        <pc:spChg chg="mod">
          <ac:chgData name="Kolade Bamidele" userId="1561743a825db6f2" providerId="LiveId" clId="{AB2DEC1F-98D3-4284-AC03-D9739D492987}" dt="2026-09-16T20:19:55.858" v="1233" actId="14100"/>
          <ac:spMkLst>
            <pc:docMk/>
            <pc:sldMk cId="27995278" sldId="258"/>
            <ac:spMk id="28" creationId="{A79BE1E1-0A7B-75E0-105D-0615CE9BA2D3}"/>
          </ac:spMkLst>
        </pc:spChg>
        <pc:spChg chg="mod">
          <ac:chgData name="Kolade Bamidele" userId="1561743a825db6f2" providerId="LiveId" clId="{AB2DEC1F-98D3-4284-AC03-D9739D492987}" dt="2026-09-16T17:24:03.377" v="1142" actId="207"/>
          <ac:spMkLst>
            <pc:docMk/>
            <pc:sldMk cId="27995278" sldId="258"/>
            <ac:spMk id="30" creationId="{B50E6AF4-9E30-B396-DBE4-0943A6991310}"/>
          </ac:spMkLst>
        </pc:spChg>
        <pc:spChg chg="mod">
          <ac:chgData name="Kolade Bamidele" userId="1561743a825db6f2" providerId="LiveId" clId="{AB2DEC1F-98D3-4284-AC03-D9739D492987}" dt="2026-09-16T17:23:55.329" v="1141" actId="207"/>
          <ac:spMkLst>
            <pc:docMk/>
            <pc:sldMk cId="27995278" sldId="258"/>
            <ac:spMk id="31" creationId="{E6C85728-1575-388A-A4F9-0044A026658D}"/>
          </ac:spMkLst>
        </pc:spChg>
        <pc:spChg chg="del mod">
          <ac:chgData name="Kolade Bamidele" userId="1561743a825db6f2" providerId="LiveId" clId="{AB2DEC1F-98D3-4284-AC03-D9739D492987}" dt="2026-09-16T20:07:46.462" v="1205" actId="478"/>
          <ac:spMkLst>
            <pc:docMk/>
            <pc:sldMk cId="27995278" sldId="258"/>
            <ac:spMk id="35" creationId="{68F3FFAE-1E37-2379-C60F-C7C1753A7363}"/>
          </ac:spMkLst>
        </pc:spChg>
        <pc:spChg chg="del">
          <ac:chgData name="Kolade Bamidele" userId="1561743a825db6f2" providerId="LiveId" clId="{AB2DEC1F-98D3-4284-AC03-D9739D492987}" dt="2026-09-16T20:01:55.503" v="1145" actId="478"/>
          <ac:spMkLst>
            <pc:docMk/>
            <pc:sldMk cId="27995278" sldId="258"/>
            <ac:spMk id="37" creationId="{D3475FE6-CAC0-4926-DC0D-1C97882ACFEB}"/>
          </ac:spMkLst>
        </pc:spChg>
        <pc:spChg chg="mod">
          <ac:chgData name="Kolade Bamidele" userId="1561743a825db6f2" providerId="LiveId" clId="{AB2DEC1F-98D3-4284-AC03-D9739D492987}" dt="2026-09-16T20:19:20.258" v="1231" actId="20577"/>
          <ac:spMkLst>
            <pc:docMk/>
            <pc:sldMk cId="27995278" sldId="258"/>
            <ac:spMk id="42" creationId="{EE36BEF3-F3ED-6B4B-975B-7961AE1E442E}"/>
          </ac:spMkLst>
        </pc:spChg>
        <pc:spChg chg="mod">
          <ac:chgData name="Kolade Bamidele" userId="1561743a825db6f2" providerId="LiveId" clId="{AB2DEC1F-98D3-4284-AC03-D9739D492987}" dt="2026-09-16T20:20:44.609" v="1327" actId="14100"/>
          <ac:spMkLst>
            <pc:docMk/>
            <pc:sldMk cId="27995278" sldId="258"/>
            <ac:spMk id="45" creationId="{8019C1A2-FD23-57FB-AA2B-285433829BC8}"/>
          </ac:spMkLst>
        </pc:spChg>
      </pc:sldChg>
      <pc:sldChg chg="addSp delSp modSp add mod modTransition">
        <pc:chgData name="Kolade Bamidele" userId="1561743a825db6f2" providerId="LiveId" clId="{AB2DEC1F-98D3-4284-AC03-D9739D492987}" dt="2026-09-17T05:22:22.318" v="1992"/>
        <pc:sldMkLst>
          <pc:docMk/>
          <pc:sldMk cId="3144847206" sldId="259"/>
        </pc:sldMkLst>
        <pc:spChg chg="add mod">
          <ac:chgData name="Kolade Bamidele" userId="1561743a825db6f2" providerId="LiveId" clId="{AB2DEC1F-98D3-4284-AC03-D9739D492987}" dt="2026-09-16T21:24:37.625" v="1881" actId="20577"/>
          <ac:spMkLst>
            <pc:docMk/>
            <pc:sldMk cId="3144847206" sldId="259"/>
            <ac:spMk id="2" creationId="{B84D7B01-E71D-D7B3-27F9-C9BB8ECC7013}"/>
          </ac:spMkLst>
        </pc:spChg>
        <pc:spChg chg="del">
          <ac:chgData name="Kolade Bamidele" userId="1561743a825db6f2" providerId="LiveId" clId="{AB2DEC1F-98D3-4284-AC03-D9739D492987}" dt="2026-09-16T20:38:04.068" v="1336" actId="478"/>
          <ac:spMkLst>
            <pc:docMk/>
            <pc:sldMk cId="3144847206" sldId="259"/>
            <ac:spMk id="3" creationId="{B32E0F2D-8069-CF3F-E6C0-8EDB52385587}"/>
          </ac:spMkLst>
        </pc:spChg>
        <pc:spChg chg="add mod">
          <ac:chgData name="Kolade Bamidele" userId="1561743a825db6f2" providerId="LiveId" clId="{AB2DEC1F-98D3-4284-AC03-D9739D492987}" dt="2026-09-16T21:24:57.096" v="1892" actId="20577"/>
          <ac:spMkLst>
            <pc:docMk/>
            <pc:sldMk cId="3144847206" sldId="259"/>
            <ac:spMk id="4" creationId="{831BB805-7908-31CC-CFB6-4F3464BA88B4}"/>
          </ac:spMkLst>
        </pc:spChg>
        <pc:spChg chg="mod">
          <ac:chgData name="Kolade Bamidele" userId="1561743a825db6f2" providerId="LiveId" clId="{AB2DEC1F-98D3-4284-AC03-D9739D492987}" dt="2026-09-16T20:38:27.096" v="1338" actId="14100"/>
          <ac:spMkLst>
            <pc:docMk/>
            <pc:sldMk cId="3144847206" sldId="259"/>
            <ac:spMk id="5" creationId="{291733C3-80BC-5F51-3C99-CC03CD0002F6}"/>
          </ac:spMkLst>
        </pc:spChg>
        <pc:spChg chg="del">
          <ac:chgData name="Kolade Bamidele" userId="1561743a825db6f2" providerId="LiveId" clId="{AB2DEC1F-98D3-4284-AC03-D9739D492987}" dt="2026-09-16T20:39:19.540" v="1358" actId="478"/>
          <ac:spMkLst>
            <pc:docMk/>
            <pc:sldMk cId="3144847206" sldId="259"/>
            <ac:spMk id="7" creationId="{98DF26A1-360C-9CC0-1907-AF814DDB7342}"/>
          </ac:spMkLst>
        </pc:spChg>
        <pc:spChg chg="mod">
          <ac:chgData name="Kolade Bamidele" userId="1561743a825db6f2" providerId="LiveId" clId="{AB2DEC1F-98D3-4284-AC03-D9739D492987}" dt="2026-09-16T20:39:06.133" v="1354" actId="20577"/>
          <ac:spMkLst>
            <pc:docMk/>
            <pc:sldMk cId="3144847206" sldId="259"/>
            <ac:spMk id="8" creationId="{1647A47F-858D-70FA-1756-E53593B8C3E9}"/>
          </ac:spMkLst>
        </pc:spChg>
        <pc:spChg chg="del mod">
          <ac:chgData name="Kolade Bamidele" userId="1561743a825db6f2" providerId="LiveId" clId="{AB2DEC1F-98D3-4284-AC03-D9739D492987}" dt="2026-09-16T20:39:17.071" v="1357" actId="478"/>
          <ac:spMkLst>
            <pc:docMk/>
            <pc:sldMk cId="3144847206" sldId="259"/>
            <ac:spMk id="9" creationId="{2ACB4E79-9CDC-BF2F-24CB-6B7406F05E28}"/>
          </ac:spMkLst>
        </pc:spChg>
        <pc:spChg chg="mod">
          <ac:chgData name="Kolade Bamidele" userId="1561743a825db6f2" providerId="LiveId" clId="{AB2DEC1F-98D3-4284-AC03-D9739D492987}" dt="2026-09-16T20:25:21.747" v="1335" actId="207"/>
          <ac:spMkLst>
            <pc:docMk/>
            <pc:sldMk cId="3144847206" sldId="259"/>
            <ac:spMk id="12" creationId="{3ABB5BC9-CA07-37AD-E9A3-0DCC60462456}"/>
          </ac:spMkLst>
        </pc:spChg>
        <pc:spChg chg="mod">
          <ac:chgData name="Kolade Bamidele" userId="1561743a825db6f2" providerId="LiveId" clId="{AB2DEC1F-98D3-4284-AC03-D9739D492987}" dt="2026-09-16T20:24:53.951" v="1333" actId="14100"/>
          <ac:spMkLst>
            <pc:docMk/>
            <pc:sldMk cId="3144847206" sldId="259"/>
            <ac:spMk id="13" creationId="{63002691-D0E2-8ACD-9E28-6E0A011F5212}"/>
          </ac:spMkLst>
        </pc:spChg>
        <pc:spChg chg="del">
          <ac:chgData name="Kolade Bamidele" userId="1561743a825db6f2" providerId="LiveId" clId="{AB2DEC1F-98D3-4284-AC03-D9739D492987}" dt="2026-09-16T20:39:12.914" v="1355" actId="478"/>
          <ac:spMkLst>
            <pc:docMk/>
            <pc:sldMk cId="3144847206" sldId="259"/>
            <ac:spMk id="17" creationId="{64C1856C-5C6D-A5A5-7BE8-9CAABBB05889}"/>
          </ac:spMkLst>
        </pc:spChg>
        <pc:spChg chg="mod">
          <ac:chgData name="Kolade Bamidele" userId="1561743a825db6f2" providerId="LiveId" clId="{AB2DEC1F-98D3-4284-AC03-D9739D492987}" dt="2026-09-16T20:49:03.622" v="1479" actId="14100"/>
          <ac:spMkLst>
            <pc:docMk/>
            <pc:sldMk cId="3144847206" sldId="259"/>
            <ac:spMk id="25" creationId="{7E8D1905-4FA8-81DA-2428-1FD67BB06CF7}"/>
          </ac:spMkLst>
        </pc:spChg>
        <pc:spChg chg="mod">
          <ac:chgData name="Kolade Bamidele" userId="1561743a825db6f2" providerId="LiveId" clId="{AB2DEC1F-98D3-4284-AC03-D9739D492987}" dt="2026-09-16T20:50:24.116" v="1489" actId="1076"/>
          <ac:spMkLst>
            <pc:docMk/>
            <pc:sldMk cId="3144847206" sldId="259"/>
            <ac:spMk id="28" creationId="{A79BE1E1-0A7B-75E0-105D-0615CE9BA2D3}"/>
          </ac:spMkLst>
        </pc:spChg>
        <pc:spChg chg="mod">
          <ac:chgData name="Kolade Bamidele" userId="1561743a825db6f2" providerId="LiveId" clId="{AB2DEC1F-98D3-4284-AC03-D9739D492987}" dt="2026-09-16T20:25:04.421" v="1334" actId="207"/>
          <ac:spMkLst>
            <pc:docMk/>
            <pc:sldMk cId="3144847206" sldId="259"/>
            <ac:spMk id="31" creationId="{E6C85728-1575-388A-A4F9-0044A026658D}"/>
          </ac:spMkLst>
        </pc:spChg>
        <pc:spChg chg="mod">
          <ac:chgData name="Kolade Bamidele" userId="1561743a825db6f2" providerId="LiveId" clId="{AB2DEC1F-98D3-4284-AC03-D9739D492987}" dt="2026-09-16T20:24:45.294" v="1332" actId="207"/>
          <ac:spMkLst>
            <pc:docMk/>
            <pc:sldMk cId="3144847206" sldId="259"/>
            <ac:spMk id="32" creationId="{6812BE69-D79B-9CEF-B8EE-A6E1DAB204A7}"/>
          </ac:spMkLst>
        </pc:spChg>
        <pc:spChg chg="mod">
          <ac:chgData name="Kolade Bamidele" userId="1561743a825db6f2" providerId="LiveId" clId="{AB2DEC1F-98D3-4284-AC03-D9739D492987}" dt="2026-09-16T20:46:55.046" v="1417" actId="20577"/>
          <ac:spMkLst>
            <pc:docMk/>
            <pc:sldMk cId="3144847206" sldId="259"/>
            <ac:spMk id="42" creationId="{EE36BEF3-F3ED-6B4B-975B-7961AE1E442E}"/>
          </ac:spMkLst>
        </pc:spChg>
        <pc:spChg chg="mod">
          <ac:chgData name="Kolade Bamidele" userId="1561743a825db6f2" providerId="LiveId" clId="{AB2DEC1F-98D3-4284-AC03-D9739D492987}" dt="2026-09-16T20:48:22.243" v="1476" actId="20577"/>
          <ac:spMkLst>
            <pc:docMk/>
            <pc:sldMk cId="3144847206" sldId="259"/>
            <ac:spMk id="45" creationId="{8019C1A2-FD23-57FB-AA2B-285433829BC8}"/>
          </ac:spMkLst>
        </pc:spChg>
      </pc:sldChg>
      <pc:sldChg chg="addSp modSp add mod modTransition">
        <pc:chgData name="Kolade Bamidele" userId="1561743a825db6f2" providerId="LiveId" clId="{AB2DEC1F-98D3-4284-AC03-D9739D492987}" dt="2026-09-17T05:22:22.318" v="1992"/>
        <pc:sldMkLst>
          <pc:docMk/>
          <pc:sldMk cId="371216487" sldId="260"/>
        </pc:sldMkLst>
        <pc:spChg chg="add mod">
          <ac:chgData name="Kolade Bamidele" userId="1561743a825db6f2" providerId="LiveId" clId="{AB2DEC1F-98D3-4284-AC03-D9739D492987}" dt="2026-09-16T21:10:44.207" v="1742" actId="1076"/>
          <ac:spMkLst>
            <pc:docMk/>
            <pc:sldMk cId="371216487" sldId="260"/>
            <ac:spMk id="2" creationId="{A6B866F1-337B-0E6F-AA1F-2C9933C1AE7C}"/>
          </ac:spMkLst>
        </pc:spChg>
        <pc:spChg chg="add mod">
          <ac:chgData name="Kolade Bamidele" userId="1561743a825db6f2" providerId="LiveId" clId="{AB2DEC1F-98D3-4284-AC03-D9739D492987}" dt="2026-09-16T21:10:44.207" v="1742" actId="1076"/>
          <ac:spMkLst>
            <pc:docMk/>
            <pc:sldMk cId="371216487" sldId="260"/>
            <ac:spMk id="3" creationId="{7569BF61-1E23-69CF-1C75-141E85A352B5}"/>
          </ac:spMkLst>
        </pc:spChg>
        <pc:spChg chg="add mod">
          <ac:chgData name="Kolade Bamidele" userId="1561743a825db6f2" providerId="LiveId" clId="{AB2DEC1F-98D3-4284-AC03-D9739D492987}" dt="2026-09-16T21:23:14.229" v="1850" actId="1076"/>
          <ac:spMkLst>
            <pc:docMk/>
            <pc:sldMk cId="371216487" sldId="260"/>
            <ac:spMk id="4" creationId="{6F5225B2-CBDC-229A-0C5E-00CBF1754587}"/>
          </ac:spMkLst>
        </pc:spChg>
        <pc:spChg chg="mod">
          <ac:chgData name="Kolade Bamidele" userId="1561743a825db6f2" providerId="LiveId" clId="{AB2DEC1F-98D3-4284-AC03-D9739D492987}" dt="2026-09-16T21:10:44.207" v="1742" actId="1076"/>
          <ac:spMkLst>
            <pc:docMk/>
            <pc:sldMk cId="371216487" sldId="260"/>
            <ac:spMk id="5" creationId="{291733C3-80BC-5F51-3C99-CC03CD0002F6}"/>
          </ac:spMkLst>
        </pc:spChg>
        <pc:spChg chg="add mod">
          <ac:chgData name="Kolade Bamidele" userId="1561743a825db6f2" providerId="LiveId" clId="{AB2DEC1F-98D3-4284-AC03-D9739D492987}" dt="2026-09-16T21:11:01.897" v="1756" actId="1038"/>
          <ac:spMkLst>
            <pc:docMk/>
            <pc:sldMk cId="371216487" sldId="260"/>
            <ac:spMk id="7" creationId="{EB9E875E-CA55-9950-A40C-F2E766A95797}"/>
          </ac:spMkLst>
        </pc:spChg>
        <pc:spChg chg="mod">
          <ac:chgData name="Kolade Bamidele" userId="1561743a825db6f2" providerId="LiveId" clId="{AB2DEC1F-98D3-4284-AC03-D9739D492987}" dt="2026-09-16T21:11:01.897" v="1756" actId="1038"/>
          <ac:spMkLst>
            <pc:docMk/>
            <pc:sldMk cId="371216487" sldId="260"/>
            <ac:spMk id="8" creationId="{1647A47F-858D-70FA-1756-E53593B8C3E9}"/>
          </ac:spMkLst>
        </pc:spChg>
        <pc:spChg chg="add mod">
          <ac:chgData name="Kolade Bamidele" userId="1561743a825db6f2" providerId="LiveId" clId="{AB2DEC1F-98D3-4284-AC03-D9739D492987}" dt="2026-09-16T21:21:19.735" v="1778" actId="1076"/>
          <ac:spMkLst>
            <pc:docMk/>
            <pc:sldMk cId="371216487" sldId="260"/>
            <ac:spMk id="9" creationId="{22735928-AA79-0E77-9B5A-F4FC769ED6E5}"/>
          </ac:spMkLst>
        </pc:spChg>
        <pc:spChg chg="add mod">
          <ac:chgData name="Kolade Bamidele" userId="1561743a825db6f2" providerId="LiveId" clId="{AB2DEC1F-98D3-4284-AC03-D9739D492987}" dt="2026-09-16T21:21:36.487" v="1787" actId="20577"/>
          <ac:spMkLst>
            <pc:docMk/>
            <pc:sldMk cId="371216487" sldId="260"/>
            <ac:spMk id="10" creationId="{79FA7B7F-7A6B-8F0E-893E-DA0551C7D5D3}"/>
          </ac:spMkLst>
        </pc:spChg>
        <pc:spChg chg="mod">
          <ac:chgData name="Kolade Bamidele" userId="1561743a825db6f2" providerId="LiveId" clId="{AB2DEC1F-98D3-4284-AC03-D9739D492987}" dt="2026-09-16T21:03:17.757" v="1509" actId="207"/>
          <ac:spMkLst>
            <pc:docMk/>
            <pc:sldMk cId="371216487" sldId="260"/>
            <ac:spMk id="13" creationId="{63002691-D0E2-8ACD-9E28-6E0A011F5212}"/>
          </ac:spMkLst>
        </pc:spChg>
        <pc:spChg chg="mod">
          <ac:chgData name="Kolade Bamidele" userId="1561743a825db6f2" providerId="LiveId" clId="{AB2DEC1F-98D3-4284-AC03-D9739D492987}" dt="2026-09-16T21:02:49.440" v="1506" actId="14100"/>
          <ac:spMkLst>
            <pc:docMk/>
            <pc:sldMk cId="371216487" sldId="260"/>
            <ac:spMk id="14" creationId="{D918110A-E7A6-2D1A-5396-879E5B90E962}"/>
          </ac:spMkLst>
        </pc:spChg>
        <pc:spChg chg="add mod">
          <ac:chgData name="Kolade Bamidele" userId="1561743a825db6f2" providerId="LiveId" clId="{AB2DEC1F-98D3-4284-AC03-D9739D492987}" dt="2026-09-16T21:21:55.335" v="1797" actId="20577"/>
          <ac:spMkLst>
            <pc:docMk/>
            <pc:sldMk cId="371216487" sldId="260"/>
            <ac:spMk id="15" creationId="{73E5ED1A-7ECF-109E-0E43-B5F18ABDE4F8}"/>
          </ac:spMkLst>
        </pc:spChg>
        <pc:spChg chg="add mod">
          <ac:chgData name="Kolade Bamidele" userId="1561743a825db6f2" providerId="LiveId" clId="{AB2DEC1F-98D3-4284-AC03-D9739D492987}" dt="2026-09-16T21:23:33.262" v="1856" actId="1038"/>
          <ac:spMkLst>
            <pc:docMk/>
            <pc:sldMk cId="371216487" sldId="260"/>
            <ac:spMk id="17" creationId="{18479A7A-E1A9-A20F-7515-7AD3619EB521}"/>
          </ac:spMkLst>
        </pc:spChg>
        <pc:spChg chg="add mod">
          <ac:chgData name="Kolade Bamidele" userId="1561743a825db6f2" providerId="LiveId" clId="{AB2DEC1F-98D3-4284-AC03-D9739D492987}" dt="2026-09-16T21:23:41.483" v="1867" actId="1037"/>
          <ac:spMkLst>
            <pc:docMk/>
            <pc:sldMk cId="371216487" sldId="260"/>
            <ac:spMk id="18" creationId="{4D177F8E-E4DF-C3EC-5607-4FF875ECEB83}"/>
          </ac:spMkLst>
        </pc:spChg>
        <pc:spChg chg="mod">
          <ac:chgData name="Kolade Bamidele" userId="1561743a825db6f2" providerId="LiveId" clId="{AB2DEC1F-98D3-4284-AC03-D9739D492987}" dt="2026-09-16T21:03:58.137" v="1540" actId="1036"/>
          <ac:spMkLst>
            <pc:docMk/>
            <pc:sldMk cId="371216487" sldId="260"/>
            <ac:spMk id="25" creationId="{7E8D1905-4FA8-81DA-2428-1FD67BB06CF7}"/>
          </ac:spMkLst>
        </pc:spChg>
        <pc:spChg chg="mod">
          <ac:chgData name="Kolade Bamidele" userId="1561743a825db6f2" providerId="LiveId" clId="{AB2DEC1F-98D3-4284-AC03-D9739D492987}" dt="2026-09-16T21:03:58.137" v="1540" actId="1036"/>
          <ac:spMkLst>
            <pc:docMk/>
            <pc:sldMk cId="371216487" sldId="260"/>
            <ac:spMk id="28" creationId="{A79BE1E1-0A7B-75E0-105D-0615CE9BA2D3}"/>
          </ac:spMkLst>
        </pc:spChg>
        <pc:spChg chg="mod">
          <ac:chgData name="Kolade Bamidele" userId="1561743a825db6f2" providerId="LiveId" clId="{AB2DEC1F-98D3-4284-AC03-D9739D492987}" dt="2026-09-16T21:03:05.803" v="1508" actId="207"/>
          <ac:spMkLst>
            <pc:docMk/>
            <pc:sldMk cId="371216487" sldId="260"/>
            <ac:spMk id="32" creationId="{6812BE69-D79B-9CEF-B8EE-A6E1DAB204A7}"/>
          </ac:spMkLst>
        </pc:spChg>
        <pc:spChg chg="mod">
          <ac:chgData name="Kolade Bamidele" userId="1561743a825db6f2" providerId="LiveId" clId="{AB2DEC1F-98D3-4284-AC03-D9739D492987}" dt="2026-09-16T21:03:00.411" v="1507" actId="207"/>
          <ac:spMkLst>
            <pc:docMk/>
            <pc:sldMk cId="371216487" sldId="260"/>
            <ac:spMk id="33" creationId="{9DF80748-0341-8253-243F-2075F5349645}"/>
          </ac:spMkLst>
        </pc:spChg>
        <pc:spChg chg="mod">
          <ac:chgData name="Kolade Bamidele" userId="1561743a825db6f2" providerId="LiveId" clId="{AB2DEC1F-98D3-4284-AC03-D9739D492987}" dt="2026-09-16T21:22:20.431" v="1819" actId="20577"/>
          <ac:spMkLst>
            <pc:docMk/>
            <pc:sldMk cId="371216487" sldId="260"/>
            <ac:spMk id="42" creationId="{EE36BEF3-F3ED-6B4B-975B-7961AE1E442E}"/>
          </ac:spMkLst>
        </pc:spChg>
        <pc:spChg chg="mod">
          <ac:chgData name="Kolade Bamidele" userId="1561743a825db6f2" providerId="LiveId" clId="{AB2DEC1F-98D3-4284-AC03-D9739D492987}" dt="2026-09-16T21:22:36.855" v="1845" actId="20577"/>
          <ac:spMkLst>
            <pc:docMk/>
            <pc:sldMk cId="371216487" sldId="260"/>
            <ac:spMk id="45" creationId="{8019C1A2-FD23-57FB-AA2B-285433829BC8}"/>
          </ac:spMkLst>
        </pc:spChg>
      </pc:sldChg>
      <pc:sldMasterChg chg="modTransition modSldLayout">
        <pc:chgData name="Kolade Bamidele" userId="1561743a825db6f2" providerId="LiveId" clId="{AB2DEC1F-98D3-4284-AC03-D9739D492987}" dt="2026-09-17T05:22:22.318" v="1992"/>
        <pc:sldMasterMkLst>
          <pc:docMk/>
          <pc:sldMasterMk cId="3586441065" sldId="2147483648"/>
        </pc:sldMasterMkLst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3075000577" sldId="2147483649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3973003968" sldId="2147483650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3668893404" sldId="2147483651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657726611" sldId="2147483652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1642138041" sldId="2147483653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1134265624" sldId="2147483654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3301931631" sldId="2147483655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2895362936" sldId="2147483656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2964496932" sldId="2147483657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797371979" sldId="2147483658"/>
          </pc:sldLayoutMkLst>
        </pc:sldLayoutChg>
        <pc:sldLayoutChg chg="modTransition">
          <pc:chgData name="Kolade Bamidele" userId="1561743a825db6f2" providerId="LiveId" clId="{AB2DEC1F-98D3-4284-AC03-D9739D492987}" dt="2026-09-17T05:22:22.318" v="1992"/>
          <pc:sldLayoutMkLst>
            <pc:docMk/>
            <pc:sldMasterMk cId="3586441065" sldId="2147483648"/>
            <pc:sldLayoutMk cId="146191032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7D8B-FD0C-8AA8-A9B6-F890F98E8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0FD2C-6A0E-63FF-4ECB-B39225A0E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3FEB-578C-C297-361F-605492F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E698-8755-CF4D-76E1-C53A6B14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A03FE-9F92-25F5-48C2-D4337FC9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0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5D2A-4233-FB61-9555-C333500B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B650-F1D4-E17F-9AA1-6BFC04B9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1B6D6-ED17-2A6A-5469-B0AD9A93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63287-580A-D86B-9E5D-384D4202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7A8B6-C021-6C5B-0BE8-1918A97B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0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AB77-7AA1-6601-6E32-872B44010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2882-A5A9-B7B7-7A03-EFAAA2F4A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64E3C-3240-D984-E548-D3E1A39A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BC8A8-012C-CB10-AADF-21AB7EDD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693A-C8F6-C21A-7C44-23BBF9B9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9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B9EB-E74B-4200-3545-D9D5ABD2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DADBC-450A-87FA-22DF-CB1640E1C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B15BF-9E64-7345-037D-656C068A1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8392D-138B-9DE5-594E-E6959338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33DB8-FC99-4617-B3A3-5D9D656E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2FB0F-91AE-B514-B9BA-7FF1702E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2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D889-9787-FC42-4654-8420640A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F7F1F-0613-7830-9B04-DAE8F1F06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45A56-2F09-74E3-BB55-981A8A60D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308A3-6C4E-A662-7706-15945E164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F4F50-B094-A440-031F-0484AF1E2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563C8B-2CBB-FDEF-8025-317F8F27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94504-0018-8D3E-BEA9-20AEFC69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C0549-5E33-F871-4547-FDEB8381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3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E820-48E4-1A78-C708-D5F2495F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66F9F-6859-3C20-0FA2-0F54A4C1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D7CB-766C-FEB3-2969-B416A4ED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69938-E46B-93A1-8C05-F14F2407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6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6911B-8508-02BC-5370-85BB87DCA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1953B-8EEC-CDCB-6C40-5DBB3EC0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D58E9-8BC5-187A-49D2-22E63313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3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C2CE-58E9-481A-9E91-F5F159CE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1119-F1F0-D6E0-7270-5FE468EF0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8B493-E108-EBD8-CAEA-7690EE6E3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81007-CF55-927E-3219-E82885D6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41D49-4B1D-7A12-64B8-7F0CDC625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06CA0-42E5-61BE-CAEE-F0D9494D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6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BA5B-01DA-FD8E-04D8-7AD654909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EA99B-96AF-93EE-D845-145E87B3C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F002C-7BA1-3811-91BA-574C64A53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EF604-A008-F7A7-3497-73024E96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D1B3-61BF-4305-8CA9-B69F077C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DDA32-ECB4-2DC6-60D4-62FDEC1B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9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AADF-D06B-D7FD-1209-546DC2EC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D6705-8CE0-3330-A4F4-1F73F28E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B55F4-0036-3C0F-7D0E-254271C1F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C1546-384B-4CC6-7421-DCC39DB2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2E9B7-8B02-A7A4-A694-A30D9AFE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7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3BC42-060F-0A8D-DA86-88B3DCBB5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375B3-3219-B130-03E3-1F0B749CE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6C66D-6820-BB27-A36F-10052CF6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A449F-1092-2CEF-F588-FDFE28E5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F5687-01CB-431A-4AE3-502F10C0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1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807938-28D8-7825-101D-13C0DF3D1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2E30D-ED37-1872-A4C4-04930CB82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DC74F-30BF-CF88-6F08-8074A4121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03CDF-100F-4D0D-AAE2-7470B1EFFD0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03CA8-A36F-369F-6444-51682359A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5AF06-5153-4421-2834-ECC852243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7C157-6613-4C65-9073-D6E6832FE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4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7BEEA-D3B7-63F6-3AC0-201CDD061B5C}"/>
              </a:ext>
            </a:extLst>
          </p:cNvPr>
          <p:cNvSpPr/>
          <p:nvPr/>
        </p:nvSpPr>
        <p:spPr>
          <a:xfrm>
            <a:off x="200892" y="202374"/>
            <a:ext cx="1936177" cy="748146"/>
          </a:xfrm>
          <a:prstGeom prst="roundRect">
            <a:avLst/>
          </a:prstGeom>
          <a:solidFill>
            <a:srgbClr val="F5CE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DD5319-C3F8-A9B1-93C6-E05C1B601F16}"/>
              </a:ext>
            </a:extLst>
          </p:cNvPr>
          <p:cNvSpPr/>
          <p:nvPr/>
        </p:nvSpPr>
        <p:spPr>
          <a:xfrm>
            <a:off x="2594264" y="202374"/>
            <a:ext cx="2244434" cy="748146"/>
          </a:xfrm>
          <a:prstGeom prst="roundRect">
            <a:avLst/>
          </a:prstGeom>
          <a:noFill/>
          <a:ln>
            <a:solidFill>
              <a:srgbClr val="F5C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BB5BC9-CA07-37AD-E9A3-0DCC60462456}"/>
              </a:ext>
            </a:extLst>
          </p:cNvPr>
          <p:cNvSpPr/>
          <p:nvPr/>
        </p:nvSpPr>
        <p:spPr>
          <a:xfrm>
            <a:off x="4987636" y="202374"/>
            <a:ext cx="2244434" cy="748146"/>
          </a:xfrm>
          <a:prstGeom prst="roundRect">
            <a:avLst/>
          </a:prstGeom>
          <a:noFill/>
          <a:ln>
            <a:solidFill>
              <a:srgbClr val="F5C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002691-D0E2-8ACD-9E28-6E0A011F5212}"/>
              </a:ext>
            </a:extLst>
          </p:cNvPr>
          <p:cNvSpPr/>
          <p:nvPr/>
        </p:nvSpPr>
        <p:spPr>
          <a:xfrm>
            <a:off x="7381008" y="202374"/>
            <a:ext cx="2244434" cy="748146"/>
          </a:xfrm>
          <a:prstGeom prst="roundRect">
            <a:avLst/>
          </a:prstGeom>
          <a:noFill/>
          <a:ln>
            <a:solidFill>
              <a:srgbClr val="F5C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18110A-E7A6-2D1A-5396-879E5B90E962}"/>
              </a:ext>
            </a:extLst>
          </p:cNvPr>
          <p:cNvSpPr/>
          <p:nvPr/>
        </p:nvSpPr>
        <p:spPr>
          <a:xfrm>
            <a:off x="9774381" y="202374"/>
            <a:ext cx="2244434" cy="748146"/>
          </a:xfrm>
          <a:prstGeom prst="roundRect">
            <a:avLst/>
          </a:prstGeom>
          <a:noFill/>
          <a:ln>
            <a:solidFill>
              <a:srgbClr val="F5CE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D5F732-43BC-2577-98C0-737419DC23A0}"/>
              </a:ext>
            </a:extLst>
          </p:cNvPr>
          <p:cNvCxnSpPr/>
          <p:nvPr/>
        </p:nvCxnSpPr>
        <p:spPr>
          <a:xfrm>
            <a:off x="200892" y="1011379"/>
            <a:ext cx="1183177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C1856C-5C6D-A5A5-7BE8-9CAABBB05889}"/>
              </a:ext>
            </a:extLst>
          </p:cNvPr>
          <p:cNvSpPr/>
          <p:nvPr/>
        </p:nvSpPr>
        <p:spPr>
          <a:xfrm>
            <a:off x="10058400" y="1111331"/>
            <a:ext cx="1974270" cy="3879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29606E-CFE3-2C88-403C-90CC7CA9E78F}"/>
              </a:ext>
            </a:extLst>
          </p:cNvPr>
          <p:cNvSpPr/>
          <p:nvPr/>
        </p:nvSpPr>
        <p:spPr>
          <a:xfrm>
            <a:off x="8465127" y="1111331"/>
            <a:ext cx="1558634" cy="3879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Daily calendar with solid fill">
            <a:extLst>
              <a:ext uri="{FF2B5EF4-FFF2-40B4-BE49-F238E27FC236}">
                <a16:creationId xmlns:a16="http://schemas.microsoft.com/office/drawing/2014/main" id="{E035343B-ECDA-1D9F-4DA5-2A548E740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92" y="1111332"/>
            <a:ext cx="464126" cy="387926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C59FBB-BF52-6EF2-9A5C-7DCE99F74F0F}"/>
              </a:ext>
            </a:extLst>
          </p:cNvPr>
          <p:cNvSpPr/>
          <p:nvPr/>
        </p:nvSpPr>
        <p:spPr>
          <a:xfrm>
            <a:off x="665018" y="1621474"/>
            <a:ext cx="2244434" cy="83078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64B37C-56DE-46D8-4EF0-B0D5441D70C8}"/>
              </a:ext>
            </a:extLst>
          </p:cNvPr>
          <p:cNvSpPr/>
          <p:nvPr/>
        </p:nvSpPr>
        <p:spPr>
          <a:xfrm>
            <a:off x="3537528" y="1621474"/>
            <a:ext cx="2244434" cy="83078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E33374D-9FC0-7697-0A16-C3C47E9710F5}"/>
              </a:ext>
            </a:extLst>
          </p:cNvPr>
          <p:cNvSpPr/>
          <p:nvPr/>
        </p:nvSpPr>
        <p:spPr>
          <a:xfrm>
            <a:off x="6410038" y="1621474"/>
            <a:ext cx="2244434" cy="83078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62D4D06-9533-47A9-9AE9-46D9FC113E26}"/>
              </a:ext>
            </a:extLst>
          </p:cNvPr>
          <p:cNvSpPr/>
          <p:nvPr/>
        </p:nvSpPr>
        <p:spPr>
          <a:xfrm>
            <a:off x="9282548" y="1621474"/>
            <a:ext cx="2244434" cy="83078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E8D1905-4FA8-81DA-2428-1FD67BB06CF7}"/>
              </a:ext>
            </a:extLst>
          </p:cNvPr>
          <p:cNvSpPr/>
          <p:nvPr/>
        </p:nvSpPr>
        <p:spPr>
          <a:xfrm>
            <a:off x="665017" y="2660074"/>
            <a:ext cx="5986319" cy="199210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60A067-6983-FD35-2B1B-31E4AE7FBDF2}"/>
              </a:ext>
            </a:extLst>
          </p:cNvPr>
          <p:cNvSpPr/>
          <p:nvPr/>
        </p:nvSpPr>
        <p:spPr>
          <a:xfrm>
            <a:off x="6774874" y="2660074"/>
            <a:ext cx="4752107" cy="199210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B8B5D1-C920-D608-F421-6F7E9BD3F2B5}"/>
              </a:ext>
            </a:extLst>
          </p:cNvPr>
          <p:cNvSpPr/>
          <p:nvPr/>
        </p:nvSpPr>
        <p:spPr>
          <a:xfrm>
            <a:off x="665018" y="4750614"/>
            <a:ext cx="5430982" cy="199210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9BE1E1-0A7B-75E0-105D-0615CE9BA2D3}"/>
              </a:ext>
            </a:extLst>
          </p:cNvPr>
          <p:cNvSpPr/>
          <p:nvPr/>
        </p:nvSpPr>
        <p:spPr>
          <a:xfrm>
            <a:off x="6206836" y="4750614"/>
            <a:ext cx="5320146" cy="199210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FCAFCD-3AF7-6C7C-2C50-63F3ED8D6E4D}"/>
              </a:ext>
            </a:extLst>
          </p:cNvPr>
          <p:cNvSpPr txBox="1"/>
          <p:nvPr/>
        </p:nvSpPr>
        <p:spPr>
          <a:xfrm>
            <a:off x="332509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Executive Overview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0E6AF4-9E30-B396-DBE4-0943A6991310}"/>
              </a:ext>
            </a:extLst>
          </p:cNvPr>
          <p:cNvSpPr txBox="1"/>
          <p:nvPr/>
        </p:nvSpPr>
        <p:spPr>
          <a:xfrm>
            <a:off x="2854038" y="274541"/>
            <a:ext cx="139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5CE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Trends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C85728-1575-388A-A4F9-0044A026658D}"/>
              </a:ext>
            </a:extLst>
          </p:cNvPr>
          <p:cNvSpPr txBox="1"/>
          <p:nvPr/>
        </p:nvSpPr>
        <p:spPr>
          <a:xfrm>
            <a:off x="5098475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5CE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Performance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2BE69-D79B-9CEF-B8EE-A6E1DAB204A7}"/>
              </a:ext>
            </a:extLst>
          </p:cNvPr>
          <p:cNvSpPr txBox="1"/>
          <p:nvPr/>
        </p:nvSpPr>
        <p:spPr>
          <a:xfrm>
            <a:off x="7620004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5CE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Performance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80748-0341-8253-243F-2075F5349645}"/>
              </a:ext>
            </a:extLst>
          </p:cNvPr>
          <p:cNvSpPr txBox="1"/>
          <p:nvPr/>
        </p:nvSpPr>
        <p:spPr>
          <a:xfrm>
            <a:off x="10141533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5CE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 Performance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8DB9A9-48BF-DA10-53A1-7B799EE5F9BA}"/>
              </a:ext>
            </a:extLst>
          </p:cNvPr>
          <p:cNvSpPr txBox="1"/>
          <p:nvPr/>
        </p:nvSpPr>
        <p:spPr>
          <a:xfrm>
            <a:off x="637308" y="1126597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Jan 2017 – Aug 2018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F3FFAE-1E37-2379-C60F-C7C1753A7363}"/>
              </a:ext>
            </a:extLst>
          </p:cNvPr>
          <p:cNvSpPr txBox="1"/>
          <p:nvPr/>
        </p:nvSpPr>
        <p:spPr>
          <a:xfrm>
            <a:off x="8626761" y="1126103"/>
            <a:ext cx="1265383" cy="338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All States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475FE6-CAC0-4926-DC0D-1C97882ACFEB}"/>
              </a:ext>
            </a:extLst>
          </p:cNvPr>
          <p:cNvSpPr txBox="1"/>
          <p:nvPr/>
        </p:nvSpPr>
        <p:spPr>
          <a:xfrm>
            <a:off x="10203870" y="1126103"/>
            <a:ext cx="1627918" cy="3385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All Categories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768F4C-7CD7-5EA8-2EB8-1ECBADE3DE89}"/>
              </a:ext>
            </a:extLst>
          </p:cNvPr>
          <p:cNvSpPr txBox="1"/>
          <p:nvPr/>
        </p:nvSpPr>
        <p:spPr>
          <a:xfrm>
            <a:off x="718127" y="1645250"/>
            <a:ext cx="213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Total Revenue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4D084E-D21C-816A-FC3A-EF3618572151}"/>
              </a:ext>
            </a:extLst>
          </p:cNvPr>
          <p:cNvSpPr txBox="1"/>
          <p:nvPr/>
        </p:nvSpPr>
        <p:spPr>
          <a:xfrm>
            <a:off x="3553692" y="1645250"/>
            <a:ext cx="2207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Total Orders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B18E6E-2204-3CB9-4B79-A98E53645449}"/>
              </a:ext>
            </a:extLst>
          </p:cNvPr>
          <p:cNvSpPr txBox="1"/>
          <p:nvPr/>
        </p:nvSpPr>
        <p:spPr>
          <a:xfrm>
            <a:off x="6410038" y="1645250"/>
            <a:ext cx="2216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Average Order Value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869899-2AFF-9C17-43F5-2D980150D71B}"/>
              </a:ext>
            </a:extLst>
          </p:cNvPr>
          <p:cNvSpPr txBox="1"/>
          <p:nvPr/>
        </p:nvSpPr>
        <p:spPr>
          <a:xfrm>
            <a:off x="9296404" y="1645250"/>
            <a:ext cx="2230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MoM Revenue Growth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6BEF3-F3ED-6B4B-975B-7961AE1E442E}"/>
              </a:ext>
            </a:extLst>
          </p:cNvPr>
          <p:cNvSpPr txBox="1"/>
          <p:nvPr/>
        </p:nvSpPr>
        <p:spPr>
          <a:xfrm>
            <a:off x="873991" y="2706280"/>
            <a:ext cx="213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Revenue Trend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196224-BA6C-6753-386E-DE458BC9A802}"/>
              </a:ext>
            </a:extLst>
          </p:cNvPr>
          <p:cNvSpPr txBox="1"/>
          <p:nvPr/>
        </p:nvSpPr>
        <p:spPr>
          <a:xfrm>
            <a:off x="7011558" y="2706280"/>
            <a:ext cx="31230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Revenue by Payment Method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F141B4-B48F-F622-817B-4FFE67C5E0E1}"/>
              </a:ext>
            </a:extLst>
          </p:cNvPr>
          <p:cNvSpPr txBox="1"/>
          <p:nvPr/>
        </p:nvSpPr>
        <p:spPr>
          <a:xfrm>
            <a:off x="873990" y="4802866"/>
            <a:ext cx="3379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Top 5 Categories by Revenue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19C1A2-FD23-57FB-AA2B-285433829BC8}"/>
              </a:ext>
            </a:extLst>
          </p:cNvPr>
          <p:cNvSpPr txBox="1"/>
          <p:nvPr/>
        </p:nvSpPr>
        <p:spPr>
          <a:xfrm>
            <a:off x="6512788" y="4804250"/>
            <a:ext cx="3379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Top 5 States by Revenue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22DECE-DA39-7ECA-3CA2-DF622C285298}"/>
              </a:ext>
            </a:extLst>
          </p:cNvPr>
          <p:cNvSpPr txBox="1"/>
          <p:nvPr/>
        </p:nvSpPr>
        <p:spPr>
          <a:xfrm>
            <a:off x="843973" y="1952607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KPI Card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859E78-78E8-49AF-271D-60F81F8F98E5}"/>
              </a:ext>
            </a:extLst>
          </p:cNvPr>
          <p:cNvSpPr txBox="1"/>
          <p:nvPr/>
        </p:nvSpPr>
        <p:spPr>
          <a:xfrm>
            <a:off x="3716481" y="1952607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KPI Card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4000F1-BE3F-EF45-E99B-BC956094ACD5}"/>
              </a:ext>
            </a:extLst>
          </p:cNvPr>
          <p:cNvSpPr txBox="1"/>
          <p:nvPr/>
        </p:nvSpPr>
        <p:spPr>
          <a:xfrm>
            <a:off x="6588989" y="1952607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KPI Card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CD1DF0-76CA-B210-ECCD-FDCC8ED37BE4}"/>
              </a:ext>
            </a:extLst>
          </p:cNvPr>
          <p:cNvSpPr txBox="1"/>
          <p:nvPr/>
        </p:nvSpPr>
        <p:spPr>
          <a:xfrm>
            <a:off x="9461497" y="1952607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KPI Card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DFE896-8579-4FF4-31C6-B4B72C6DFD7A}"/>
              </a:ext>
            </a:extLst>
          </p:cNvPr>
          <p:cNvSpPr txBox="1"/>
          <p:nvPr/>
        </p:nvSpPr>
        <p:spPr>
          <a:xfrm>
            <a:off x="8007926" y="3478286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Bar Chart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17FC41-A727-8A17-D6C7-42397EBDE0EF}"/>
              </a:ext>
            </a:extLst>
          </p:cNvPr>
          <p:cNvSpPr txBox="1"/>
          <p:nvPr/>
        </p:nvSpPr>
        <p:spPr>
          <a:xfrm>
            <a:off x="2313710" y="3478286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Line Chart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2330B1-5394-6594-AD24-3B3FDC8A46DC}"/>
              </a:ext>
            </a:extLst>
          </p:cNvPr>
          <p:cNvSpPr txBox="1"/>
          <p:nvPr/>
        </p:nvSpPr>
        <p:spPr>
          <a:xfrm>
            <a:off x="2313710" y="5812997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Table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85EB18-B6A0-91B4-4BE6-60F4727C9656}"/>
              </a:ext>
            </a:extLst>
          </p:cNvPr>
          <p:cNvSpPr txBox="1"/>
          <p:nvPr/>
        </p:nvSpPr>
        <p:spPr>
          <a:xfrm>
            <a:off x="7620004" y="5812997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CFFB15-6480-1BD8-C4C0-080447D18F5A}"/>
              </a:ext>
            </a:extLst>
          </p:cNvPr>
          <p:cNvSpPr txBox="1"/>
          <p:nvPr/>
        </p:nvSpPr>
        <p:spPr>
          <a:xfrm>
            <a:off x="5140037" y="3165231"/>
            <a:ext cx="1066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2.22</a:t>
            </a:r>
          </a:p>
        </p:txBody>
      </p:sp>
    </p:spTree>
    <p:extLst>
      <p:ext uri="{BB962C8B-B14F-4D97-AF65-F5344CB8AC3E}">
        <p14:creationId xmlns:p14="http://schemas.microsoft.com/office/powerpoint/2010/main" val="32554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7BEEA-D3B7-63F6-3AC0-201CDD061B5C}"/>
              </a:ext>
            </a:extLst>
          </p:cNvPr>
          <p:cNvSpPr/>
          <p:nvPr/>
        </p:nvSpPr>
        <p:spPr>
          <a:xfrm>
            <a:off x="200892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DD5319-C3F8-A9B1-93C6-E05C1B601F16}"/>
              </a:ext>
            </a:extLst>
          </p:cNvPr>
          <p:cNvSpPr/>
          <p:nvPr/>
        </p:nvSpPr>
        <p:spPr>
          <a:xfrm>
            <a:off x="2594264" y="202374"/>
            <a:ext cx="1811481" cy="748146"/>
          </a:xfrm>
          <a:prstGeom prst="roundRect">
            <a:avLst/>
          </a:prstGeom>
          <a:solidFill>
            <a:srgbClr val="F5CE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BB5BC9-CA07-37AD-E9A3-0DCC60462456}"/>
              </a:ext>
            </a:extLst>
          </p:cNvPr>
          <p:cNvSpPr/>
          <p:nvPr/>
        </p:nvSpPr>
        <p:spPr>
          <a:xfrm>
            <a:off x="4987636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002691-D0E2-8ACD-9E28-6E0A011F5212}"/>
              </a:ext>
            </a:extLst>
          </p:cNvPr>
          <p:cNvSpPr/>
          <p:nvPr/>
        </p:nvSpPr>
        <p:spPr>
          <a:xfrm>
            <a:off x="7381008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18110A-E7A6-2D1A-5396-879E5B90E962}"/>
              </a:ext>
            </a:extLst>
          </p:cNvPr>
          <p:cNvSpPr/>
          <p:nvPr/>
        </p:nvSpPr>
        <p:spPr>
          <a:xfrm>
            <a:off x="9774381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D5F732-43BC-2577-98C0-737419DC23A0}"/>
              </a:ext>
            </a:extLst>
          </p:cNvPr>
          <p:cNvCxnSpPr/>
          <p:nvPr/>
        </p:nvCxnSpPr>
        <p:spPr>
          <a:xfrm>
            <a:off x="200892" y="1011379"/>
            <a:ext cx="1183177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C1856C-5C6D-A5A5-7BE8-9CAABBB05889}"/>
              </a:ext>
            </a:extLst>
          </p:cNvPr>
          <p:cNvSpPr/>
          <p:nvPr/>
        </p:nvSpPr>
        <p:spPr>
          <a:xfrm>
            <a:off x="2448794" y="1111331"/>
            <a:ext cx="1088734" cy="3879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29606E-CFE3-2C88-403C-90CC7CA9E78F}"/>
              </a:ext>
            </a:extLst>
          </p:cNvPr>
          <p:cNvSpPr/>
          <p:nvPr/>
        </p:nvSpPr>
        <p:spPr>
          <a:xfrm>
            <a:off x="360212" y="1111331"/>
            <a:ext cx="858989" cy="3879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E8D1905-4FA8-81DA-2428-1FD67BB06CF7}"/>
              </a:ext>
            </a:extLst>
          </p:cNvPr>
          <p:cNvSpPr/>
          <p:nvPr/>
        </p:nvSpPr>
        <p:spPr>
          <a:xfrm>
            <a:off x="619419" y="1626906"/>
            <a:ext cx="10907563" cy="3194478"/>
          </a:xfrm>
          <a:prstGeom prst="roundRect">
            <a:avLst>
              <a:gd name="adj" fmla="val 7126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9BE1E1-0A7B-75E0-105D-0615CE9BA2D3}"/>
              </a:ext>
            </a:extLst>
          </p:cNvPr>
          <p:cNvSpPr/>
          <p:nvPr/>
        </p:nvSpPr>
        <p:spPr>
          <a:xfrm>
            <a:off x="619419" y="4987636"/>
            <a:ext cx="10907563" cy="1755085"/>
          </a:xfrm>
          <a:prstGeom prst="roundRect">
            <a:avLst>
              <a:gd name="adj" fmla="val 13509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FCAFCD-3AF7-6C7C-2C50-63F3ED8D6E4D}"/>
              </a:ext>
            </a:extLst>
          </p:cNvPr>
          <p:cNvSpPr txBox="1"/>
          <p:nvPr/>
        </p:nvSpPr>
        <p:spPr>
          <a:xfrm>
            <a:off x="332509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Executive Overview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0E6AF4-9E30-B396-DBE4-0943A6991310}"/>
              </a:ext>
            </a:extLst>
          </p:cNvPr>
          <p:cNvSpPr txBox="1"/>
          <p:nvPr/>
        </p:nvSpPr>
        <p:spPr>
          <a:xfrm>
            <a:off x="2854038" y="274541"/>
            <a:ext cx="139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812"/>
                </a:solidFill>
              </a:rPr>
              <a:t>Sales Trends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C85728-1575-388A-A4F9-0044A026658D}"/>
              </a:ext>
            </a:extLst>
          </p:cNvPr>
          <p:cNvSpPr txBox="1"/>
          <p:nvPr/>
        </p:nvSpPr>
        <p:spPr>
          <a:xfrm>
            <a:off x="5112330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Product Performance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2BE69-D79B-9CEF-B8EE-A6E1DAB204A7}"/>
              </a:ext>
            </a:extLst>
          </p:cNvPr>
          <p:cNvSpPr txBox="1"/>
          <p:nvPr/>
        </p:nvSpPr>
        <p:spPr>
          <a:xfrm>
            <a:off x="7620004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Geographic Performance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80748-0341-8253-243F-2075F5349645}"/>
              </a:ext>
            </a:extLst>
          </p:cNvPr>
          <p:cNvSpPr txBox="1"/>
          <p:nvPr/>
        </p:nvSpPr>
        <p:spPr>
          <a:xfrm>
            <a:off x="10141533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Delivery Performance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F3FFAE-1E37-2379-C60F-C7C1753A7363}"/>
              </a:ext>
            </a:extLst>
          </p:cNvPr>
          <p:cNvSpPr txBox="1"/>
          <p:nvPr/>
        </p:nvSpPr>
        <p:spPr>
          <a:xfrm>
            <a:off x="424862" y="1126103"/>
            <a:ext cx="780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Year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475FE6-CAC0-4926-DC0D-1C97882ACFEB}"/>
              </a:ext>
            </a:extLst>
          </p:cNvPr>
          <p:cNvSpPr txBox="1"/>
          <p:nvPr/>
        </p:nvSpPr>
        <p:spPr>
          <a:xfrm>
            <a:off x="2552699" y="1126103"/>
            <a:ext cx="89773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Month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6BEF3-F3ED-6B4B-975B-7961AE1E442E}"/>
              </a:ext>
            </a:extLst>
          </p:cNvPr>
          <p:cNvSpPr txBox="1"/>
          <p:nvPr/>
        </p:nvSpPr>
        <p:spPr>
          <a:xfrm>
            <a:off x="953654" y="1733778"/>
            <a:ext cx="4463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Monthly Revenue – Year over Year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19C1A2-FD23-57FB-AA2B-285433829BC8}"/>
              </a:ext>
            </a:extLst>
          </p:cNvPr>
          <p:cNvSpPr txBox="1"/>
          <p:nvPr/>
        </p:nvSpPr>
        <p:spPr>
          <a:xfrm>
            <a:off x="953654" y="5089527"/>
            <a:ext cx="3379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Seasonality Month by Year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47C018-83E5-FE5F-3CA0-0D48B88CCB31}"/>
              </a:ext>
            </a:extLst>
          </p:cNvPr>
          <p:cNvSpPr/>
          <p:nvPr/>
        </p:nvSpPr>
        <p:spPr>
          <a:xfrm>
            <a:off x="1286166" y="1111325"/>
            <a:ext cx="1090242" cy="38792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E0F2D-8069-CF3F-E6C0-8EDB52385587}"/>
              </a:ext>
            </a:extLst>
          </p:cNvPr>
          <p:cNvSpPr txBox="1"/>
          <p:nvPr/>
        </p:nvSpPr>
        <p:spPr>
          <a:xfrm>
            <a:off x="1350816" y="1126097"/>
            <a:ext cx="990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Quarter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6B397-51A4-648C-EFAC-85BD31C562BA}"/>
              </a:ext>
            </a:extLst>
          </p:cNvPr>
          <p:cNvSpPr txBox="1"/>
          <p:nvPr/>
        </p:nvSpPr>
        <p:spPr>
          <a:xfrm>
            <a:off x="5131091" y="3039479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Line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7E903-FB5D-059D-709D-38B502B88C32}"/>
              </a:ext>
            </a:extLst>
          </p:cNvPr>
          <p:cNvSpPr txBox="1"/>
          <p:nvPr/>
        </p:nvSpPr>
        <p:spPr>
          <a:xfrm>
            <a:off x="5112330" y="5798421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Heatmap</a:t>
            </a:r>
          </a:p>
        </p:txBody>
      </p:sp>
    </p:spTree>
    <p:extLst>
      <p:ext uri="{BB962C8B-B14F-4D97-AF65-F5344CB8AC3E}">
        <p14:creationId xmlns:p14="http://schemas.microsoft.com/office/powerpoint/2010/main" val="382608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7BEEA-D3B7-63F6-3AC0-201CDD061B5C}"/>
              </a:ext>
            </a:extLst>
          </p:cNvPr>
          <p:cNvSpPr/>
          <p:nvPr/>
        </p:nvSpPr>
        <p:spPr>
          <a:xfrm>
            <a:off x="200892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DD5319-C3F8-A9B1-93C6-E05C1B601F16}"/>
              </a:ext>
            </a:extLst>
          </p:cNvPr>
          <p:cNvSpPr/>
          <p:nvPr/>
        </p:nvSpPr>
        <p:spPr>
          <a:xfrm>
            <a:off x="2594264" y="202374"/>
            <a:ext cx="1811481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BB5BC9-CA07-37AD-E9A3-0DCC60462456}"/>
              </a:ext>
            </a:extLst>
          </p:cNvPr>
          <p:cNvSpPr/>
          <p:nvPr/>
        </p:nvSpPr>
        <p:spPr>
          <a:xfrm>
            <a:off x="4987636" y="202374"/>
            <a:ext cx="2244434" cy="748146"/>
          </a:xfrm>
          <a:prstGeom prst="roundRect">
            <a:avLst/>
          </a:prstGeom>
          <a:solidFill>
            <a:srgbClr val="F5CE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002691-D0E2-8ACD-9E28-6E0A011F5212}"/>
              </a:ext>
            </a:extLst>
          </p:cNvPr>
          <p:cNvSpPr/>
          <p:nvPr/>
        </p:nvSpPr>
        <p:spPr>
          <a:xfrm>
            <a:off x="7381008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18110A-E7A6-2D1A-5396-879E5B90E962}"/>
              </a:ext>
            </a:extLst>
          </p:cNvPr>
          <p:cNvSpPr/>
          <p:nvPr/>
        </p:nvSpPr>
        <p:spPr>
          <a:xfrm>
            <a:off x="9774381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D5F732-43BC-2577-98C0-737419DC23A0}"/>
              </a:ext>
            </a:extLst>
          </p:cNvPr>
          <p:cNvCxnSpPr/>
          <p:nvPr/>
        </p:nvCxnSpPr>
        <p:spPr>
          <a:xfrm>
            <a:off x="200892" y="1011379"/>
            <a:ext cx="1183177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C1856C-5C6D-A5A5-7BE8-9CAABBB05889}"/>
              </a:ext>
            </a:extLst>
          </p:cNvPr>
          <p:cNvSpPr/>
          <p:nvPr/>
        </p:nvSpPr>
        <p:spPr>
          <a:xfrm>
            <a:off x="10617202" y="1111325"/>
            <a:ext cx="447964" cy="387926"/>
          </a:xfrm>
          <a:prstGeom prst="roundRect">
            <a:avLst>
              <a:gd name="adj" fmla="val 178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E8D1905-4FA8-81DA-2428-1FD67BB06CF7}"/>
              </a:ext>
            </a:extLst>
          </p:cNvPr>
          <p:cNvSpPr/>
          <p:nvPr/>
        </p:nvSpPr>
        <p:spPr>
          <a:xfrm>
            <a:off x="619419" y="1626906"/>
            <a:ext cx="10907563" cy="2640290"/>
          </a:xfrm>
          <a:prstGeom prst="roundRect">
            <a:avLst>
              <a:gd name="adj" fmla="val 7126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9BE1E1-0A7B-75E0-105D-0615CE9BA2D3}"/>
              </a:ext>
            </a:extLst>
          </p:cNvPr>
          <p:cNvSpPr/>
          <p:nvPr/>
        </p:nvSpPr>
        <p:spPr>
          <a:xfrm>
            <a:off x="619419" y="4419538"/>
            <a:ext cx="10907563" cy="2323184"/>
          </a:xfrm>
          <a:prstGeom prst="roundRect">
            <a:avLst>
              <a:gd name="adj" fmla="val 13509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FCAFCD-3AF7-6C7C-2C50-63F3ED8D6E4D}"/>
              </a:ext>
            </a:extLst>
          </p:cNvPr>
          <p:cNvSpPr txBox="1"/>
          <p:nvPr/>
        </p:nvSpPr>
        <p:spPr>
          <a:xfrm>
            <a:off x="332509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Executive Overview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0E6AF4-9E30-B396-DBE4-0943A6991310}"/>
              </a:ext>
            </a:extLst>
          </p:cNvPr>
          <p:cNvSpPr txBox="1"/>
          <p:nvPr/>
        </p:nvSpPr>
        <p:spPr>
          <a:xfrm>
            <a:off x="2854038" y="274541"/>
            <a:ext cx="139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Sales Trends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C85728-1575-388A-A4F9-0044A026658D}"/>
              </a:ext>
            </a:extLst>
          </p:cNvPr>
          <p:cNvSpPr txBox="1"/>
          <p:nvPr/>
        </p:nvSpPr>
        <p:spPr>
          <a:xfrm>
            <a:off x="5112330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812"/>
                </a:solidFill>
              </a:rPr>
              <a:t>Product Performance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2BE69-D79B-9CEF-B8EE-A6E1DAB204A7}"/>
              </a:ext>
            </a:extLst>
          </p:cNvPr>
          <p:cNvSpPr txBox="1"/>
          <p:nvPr/>
        </p:nvSpPr>
        <p:spPr>
          <a:xfrm>
            <a:off x="7620004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Geographic Performance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80748-0341-8253-243F-2075F5349645}"/>
              </a:ext>
            </a:extLst>
          </p:cNvPr>
          <p:cNvSpPr txBox="1"/>
          <p:nvPr/>
        </p:nvSpPr>
        <p:spPr>
          <a:xfrm>
            <a:off x="10141533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Delivery Performance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6BEF3-F3ED-6B4B-975B-7961AE1E442E}"/>
              </a:ext>
            </a:extLst>
          </p:cNvPr>
          <p:cNvSpPr txBox="1"/>
          <p:nvPr/>
        </p:nvSpPr>
        <p:spPr>
          <a:xfrm>
            <a:off x="953654" y="1733778"/>
            <a:ext cx="4463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Top Categories by Revenue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19C1A2-FD23-57FB-AA2B-285433829BC8}"/>
              </a:ext>
            </a:extLst>
          </p:cNvPr>
          <p:cNvSpPr txBox="1"/>
          <p:nvPr/>
        </p:nvSpPr>
        <p:spPr>
          <a:xfrm>
            <a:off x="953654" y="4466064"/>
            <a:ext cx="4033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Revenue vs Order Volume by Category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E0F2D-8069-CF3F-E6C0-8EDB52385587}"/>
              </a:ext>
            </a:extLst>
          </p:cNvPr>
          <p:cNvSpPr txBox="1"/>
          <p:nvPr/>
        </p:nvSpPr>
        <p:spPr>
          <a:xfrm>
            <a:off x="9949766" y="1136011"/>
            <a:ext cx="447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1733C3-80BC-5F51-3C99-CC03CD0002F6}"/>
              </a:ext>
            </a:extLst>
          </p:cNvPr>
          <p:cNvSpPr/>
          <p:nvPr/>
        </p:nvSpPr>
        <p:spPr>
          <a:xfrm>
            <a:off x="9949762" y="1111325"/>
            <a:ext cx="447964" cy="387926"/>
          </a:xfrm>
          <a:prstGeom prst="roundRect">
            <a:avLst>
              <a:gd name="adj" fmla="val 178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DF26A1-360C-9CC0-1907-AF814DDB7342}"/>
              </a:ext>
            </a:extLst>
          </p:cNvPr>
          <p:cNvSpPr/>
          <p:nvPr/>
        </p:nvSpPr>
        <p:spPr>
          <a:xfrm>
            <a:off x="11284642" y="1111325"/>
            <a:ext cx="447964" cy="387926"/>
          </a:xfrm>
          <a:prstGeom prst="roundRect">
            <a:avLst>
              <a:gd name="adj" fmla="val 178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7A47F-858D-70FA-1756-E53593B8C3E9}"/>
              </a:ext>
            </a:extLst>
          </p:cNvPr>
          <p:cNvSpPr txBox="1"/>
          <p:nvPr/>
        </p:nvSpPr>
        <p:spPr>
          <a:xfrm>
            <a:off x="10617198" y="1136011"/>
            <a:ext cx="447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B4E79-9CDC-BF2F-24CB-6B7406F05E28}"/>
              </a:ext>
            </a:extLst>
          </p:cNvPr>
          <p:cNvSpPr txBox="1"/>
          <p:nvPr/>
        </p:nvSpPr>
        <p:spPr>
          <a:xfrm>
            <a:off x="11298485" y="1136011"/>
            <a:ext cx="447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9AB1B-DC0A-EB78-B9B7-8F5ED02A5105}"/>
              </a:ext>
            </a:extLst>
          </p:cNvPr>
          <p:cNvSpPr txBox="1"/>
          <p:nvPr/>
        </p:nvSpPr>
        <p:spPr>
          <a:xfrm>
            <a:off x="459393" y="1149866"/>
            <a:ext cx="1203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Show 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0F0D5-F3A2-C5FD-F2C4-F5813C7E0FA3}"/>
              </a:ext>
            </a:extLst>
          </p:cNvPr>
          <p:cNvSpPr txBox="1"/>
          <p:nvPr/>
        </p:nvSpPr>
        <p:spPr>
          <a:xfrm>
            <a:off x="5174672" y="2762385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Bar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3FC01E-0F44-F30A-8BBE-75F93235066B}"/>
              </a:ext>
            </a:extLst>
          </p:cNvPr>
          <p:cNvSpPr txBox="1"/>
          <p:nvPr/>
        </p:nvSpPr>
        <p:spPr>
          <a:xfrm>
            <a:off x="4876802" y="5581130"/>
            <a:ext cx="2500745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Scatter Chart</a:t>
            </a:r>
          </a:p>
        </p:txBody>
      </p:sp>
    </p:spTree>
    <p:extLst>
      <p:ext uri="{BB962C8B-B14F-4D97-AF65-F5344CB8AC3E}">
        <p14:creationId xmlns:p14="http://schemas.microsoft.com/office/powerpoint/2010/main" val="2799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7BEEA-D3B7-63F6-3AC0-201CDD061B5C}"/>
              </a:ext>
            </a:extLst>
          </p:cNvPr>
          <p:cNvSpPr/>
          <p:nvPr/>
        </p:nvSpPr>
        <p:spPr>
          <a:xfrm>
            <a:off x="200892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DD5319-C3F8-A9B1-93C6-E05C1B601F16}"/>
              </a:ext>
            </a:extLst>
          </p:cNvPr>
          <p:cNvSpPr/>
          <p:nvPr/>
        </p:nvSpPr>
        <p:spPr>
          <a:xfrm>
            <a:off x="2594264" y="202374"/>
            <a:ext cx="1811481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BB5BC9-CA07-37AD-E9A3-0DCC60462456}"/>
              </a:ext>
            </a:extLst>
          </p:cNvPr>
          <p:cNvSpPr/>
          <p:nvPr/>
        </p:nvSpPr>
        <p:spPr>
          <a:xfrm>
            <a:off x="4987636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002691-D0E2-8ACD-9E28-6E0A011F5212}"/>
              </a:ext>
            </a:extLst>
          </p:cNvPr>
          <p:cNvSpPr/>
          <p:nvPr/>
        </p:nvSpPr>
        <p:spPr>
          <a:xfrm>
            <a:off x="7495310" y="202374"/>
            <a:ext cx="2078190" cy="748146"/>
          </a:xfrm>
          <a:prstGeom prst="roundRect">
            <a:avLst/>
          </a:prstGeom>
          <a:solidFill>
            <a:srgbClr val="F5CE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18110A-E7A6-2D1A-5396-879E5B90E962}"/>
              </a:ext>
            </a:extLst>
          </p:cNvPr>
          <p:cNvSpPr/>
          <p:nvPr/>
        </p:nvSpPr>
        <p:spPr>
          <a:xfrm>
            <a:off x="9774381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D5F732-43BC-2577-98C0-737419DC23A0}"/>
              </a:ext>
            </a:extLst>
          </p:cNvPr>
          <p:cNvCxnSpPr/>
          <p:nvPr/>
        </p:nvCxnSpPr>
        <p:spPr>
          <a:xfrm>
            <a:off x="200892" y="1011379"/>
            <a:ext cx="1183177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E8D1905-4FA8-81DA-2428-1FD67BB06CF7}"/>
              </a:ext>
            </a:extLst>
          </p:cNvPr>
          <p:cNvSpPr/>
          <p:nvPr/>
        </p:nvSpPr>
        <p:spPr>
          <a:xfrm>
            <a:off x="619419" y="1626905"/>
            <a:ext cx="5254909" cy="4219711"/>
          </a:xfrm>
          <a:prstGeom prst="roundRect">
            <a:avLst>
              <a:gd name="adj" fmla="val 4499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9BE1E1-0A7B-75E0-105D-0615CE9BA2D3}"/>
              </a:ext>
            </a:extLst>
          </p:cNvPr>
          <p:cNvSpPr/>
          <p:nvPr/>
        </p:nvSpPr>
        <p:spPr>
          <a:xfrm>
            <a:off x="6317674" y="1626905"/>
            <a:ext cx="5257800" cy="4219711"/>
          </a:xfrm>
          <a:prstGeom prst="roundRect">
            <a:avLst>
              <a:gd name="adj" fmla="val 497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FCAFCD-3AF7-6C7C-2C50-63F3ED8D6E4D}"/>
              </a:ext>
            </a:extLst>
          </p:cNvPr>
          <p:cNvSpPr txBox="1"/>
          <p:nvPr/>
        </p:nvSpPr>
        <p:spPr>
          <a:xfrm>
            <a:off x="332509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Executive Overview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0E6AF4-9E30-B396-DBE4-0943A6991310}"/>
              </a:ext>
            </a:extLst>
          </p:cNvPr>
          <p:cNvSpPr txBox="1"/>
          <p:nvPr/>
        </p:nvSpPr>
        <p:spPr>
          <a:xfrm>
            <a:off x="2854038" y="274541"/>
            <a:ext cx="139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Sales Trends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C85728-1575-388A-A4F9-0044A026658D}"/>
              </a:ext>
            </a:extLst>
          </p:cNvPr>
          <p:cNvSpPr txBox="1"/>
          <p:nvPr/>
        </p:nvSpPr>
        <p:spPr>
          <a:xfrm>
            <a:off x="5112330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Product Performance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2BE69-D79B-9CEF-B8EE-A6E1DAB204A7}"/>
              </a:ext>
            </a:extLst>
          </p:cNvPr>
          <p:cNvSpPr txBox="1"/>
          <p:nvPr/>
        </p:nvSpPr>
        <p:spPr>
          <a:xfrm>
            <a:off x="7620004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812"/>
                </a:solidFill>
              </a:rPr>
              <a:t>Geographic Performance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80748-0341-8253-243F-2075F5349645}"/>
              </a:ext>
            </a:extLst>
          </p:cNvPr>
          <p:cNvSpPr txBox="1"/>
          <p:nvPr/>
        </p:nvSpPr>
        <p:spPr>
          <a:xfrm>
            <a:off x="10141533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Delivery Performance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6BEF3-F3ED-6B4B-975B-7961AE1E442E}"/>
              </a:ext>
            </a:extLst>
          </p:cNvPr>
          <p:cNvSpPr txBox="1"/>
          <p:nvPr/>
        </p:nvSpPr>
        <p:spPr>
          <a:xfrm>
            <a:off x="953654" y="1733778"/>
            <a:ext cx="4463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Revenue by Customer State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19C1A2-FD23-57FB-AA2B-285433829BC8}"/>
              </a:ext>
            </a:extLst>
          </p:cNvPr>
          <p:cNvSpPr txBox="1"/>
          <p:nvPr/>
        </p:nvSpPr>
        <p:spPr>
          <a:xfrm>
            <a:off x="6788730" y="1733778"/>
            <a:ext cx="4033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Top State Ranked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1733C3-80BC-5F51-3C99-CC03CD0002F6}"/>
              </a:ext>
            </a:extLst>
          </p:cNvPr>
          <p:cNvSpPr/>
          <p:nvPr/>
        </p:nvSpPr>
        <p:spPr>
          <a:xfrm>
            <a:off x="417835" y="1111325"/>
            <a:ext cx="1230855" cy="387926"/>
          </a:xfrm>
          <a:prstGeom prst="roundRect">
            <a:avLst>
              <a:gd name="adj" fmla="val 178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7A47F-858D-70FA-1756-E53593B8C3E9}"/>
              </a:ext>
            </a:extLst>
          </p:cNvPr>
          <p:cNvSpPr txBox="1"/>
          <p:nvPr/>
        </p:nvSpPr>
        <p:spPr>
          <a:xfrm>
            <a:off x="459394" y="1136011"/>
            <a:ext cx="1189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Region: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D7B01-E71D-D7B3-27F9-C9BB8ECC7013}"/>
              </a:ext>
            </a:extLst>
          </p:cNvPr>
          <p:cNvSpPr txBox="1"/>
          <p:nvPr/>
        </p:nvSpPr>
        <p:spPr>
          <a:xfrm>
            <a:off x="2304764" y="3367428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Filled 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BB805-7908-31CC-CFB6-4F3464BA88B4}"/>
              </a:ext>
            </a:extLst>
          </p:cNvPr>
          <p:cNvSpPr txBox="1"/>
          <p:nvPr/>
        </p:nvSpPr>
        <p:spPr>
          <a:xfrm>
            <a:off x="7902865" y="3367428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Bar Chart</a:t>
            </a:r>
          </a:p>
        </p:txBody>
      </p:sp>
    </p:spTree>
    <p:extLst>
      <p:ext uri="{BB962C8B-B14F-4D97-AF65-F5344CB8AC3E}">
        <p14:creationId xmlns:p14="http://schemas.microsoft.com/office/powerpoint/2010/main" val="314484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7BEEA-D3B7-63F6-3AC0-201CDD061B5C}"/>
              </a:ext>
            </a:extLst>
          </p:cNvPr>
          <p:cNvSpPr/>
          <p:nvPr/>
        </p:nvSpPr>
        <p:spPr>
          <a:xfrm>
            <a:off x="200892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DD5319-C3F8-A9B1-93C6-E05C1B601F16}"/>
              </a:ext>
            </a:extLst>
          </p:cNvPr>
          <p:cNvSpPr/>
          <p:nvPr/>
        </p:nvSpPr>
        <p:spPr>
          <a:xfrm>
            <a:off x="2594264" y="202374"/>
            <a:ext cx="1811481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BB5BC9-CA07-37AD-E9A3-0DCC60462456}"/>
              </a:ext>
            </a:extLst>
          </p:cNvPr>
          <p:cNvSpPr/>
          <p:nvPr/>
        </p:nvSpPr>
        <p:spPr>
          <a:xfrm>
            <a:off x="4987636" y="202374"/>
            <a:ext cx="2244434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002691-D0E2-8ACD-9E28-6E0A011F5212}"/>
              </a:ext>
            </a:extLst>
          </p:cNvPr>
          <p:cNvSpPr/>
          <p:nvPr/>
        </p:nvSpPr>
        <p:spPr>
          <a:xfrm>
            <a:off x="7495310" y="202374"/>
            <a:ext cx="2078190" cy="74814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18110A-E7A6-2D1A-5396-879E5B90E962}"/>
              </a:ext>
            </a:extLst>
          </p:cNvPr>
          <p:cNvSpPr/>
          <p:nvPr/>
        </p:nvSpPr>
        <p:spPr>
          <a:xfrm>
            <a:off x="10044545" y="202374"/>
            <a:ext cx="1974270" cy="748146"/>
          </a:xfrm>
          <a:prstGeom prst="roundRect">
            <a:avLst/>
          </a:prstGeom>
          <a:solidFill>
            <a:srgbClr val="F5CE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D5F732-43BC-2577-98C0-737419DC23A0}"/>
              </a:ext>
            </a:extLst>
          </p:cNvPr>
          <p:cNvCxnSpPr/>
          <p:nvPr/>
        </p:nvCxnSpPr>
        <p:spPr>
          <a:xfrm>
            <a:off x="200892" y="1011379"/>
            <a:ext cx="1183177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E8D1905-4FA8-81DA-2428-1FD67BB06CF7}"/>
              </a:ext>
            </a:extLst>
          </p:cNvPr>
          <p:cNvSpPr/>
          <p:nvPr/>
        </p:nvSpPr>
        <p:spPr>
          <a:xfrm>
            <a:off x="619419" y="2527458"/>
            <a:ext cx="5254909" cy="3998040"/>
          </a:xfrm>
          <a:prstGeom prst="roundRect">
            <a:avLst>
              <a:gd name="adj" fmla="val 4499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79BE1E1-0A7B-75E0-105D-0615CE9BA2D3}"/>
              </a:ext>
            </a:extLst>
          </p:cNvPr>
          <p:cNvSpPr/>
          <p:nvPr/>
        </p:nvSpPr>
        <p:spPr>
          <a:xfrm>
            <a:off x="6317674" y="2527458"/>
            <a:ext cx="5257800" cy="3998040"/>
          </a:xfrm>
          <a:prstGeom prst="roundRect">
            <a:avLst>
              <a:gd name="adj" fmla="val 497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FCAFCD-3AF7-6C7C-2C50-63F3ED8D6E4D}"/>
              </a:ext>
            </a:extLst>
          </p:cNvPr>
          <p:cNvSpPr txBox="1"/>
          <p:nvPr/>
        </p:nvSpPr>
        <p:spPr>
          <a:xfrm>
            <a:off x="332509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Executive Overview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0E6AF4-9E30-B396-DBE4-0943A6991310}"/>
              </a:ext>
            </a:extLst>
          </p:cNvPr>
          <p:cNvSpPr txBox="1"/>
          <p:nvPr/>
        </p:nvSpPr>
        <p:spPr>
          <a:xfrm>
            <a:off x="2854038" y="274541"/>
            <a:ext cx="139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Sales Trends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C85728-1575-388A-A4F9-0044A026658D}"/>
              </a:ext>
            </a:extLst>
          </p:cNvPr>
          <p:cNvSpPr txBox="1"/>
          <p:nvPr/>
        </p:nvSpPr>
        <p:spPr>
          <a:xfrm>
            <a:off x="5112330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Product Performance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2BE69-D79B-9CEF-B8EE-A6E1DAB204A7}"/>
              </a:ext>
            </a:extLst>
          </p:cNvPr>
          <p:cNvSpPr txBox="1"/>
          <p:nvPr/>
        </p:nvSpPr>
        <p:spPr>
          <a:xfrm>
            <a:off x="7620004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Geographic Performance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80748-0341-8253-243F-2075F5349645}"/>
              </a:ext>
            </a:extLst>
          </p:cNvPr>
          <p:cNvSpPr txBox="1"/>
          <p:nvPr/>
        </p:nvSpPr>
        <p:spPr>
          <a:xfrm>
            <a:off x="10141533" y="274541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812"/>
                </a:solidFill>
              </a:rPr>
              <a:t>Delivery Performance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6BEF3-F3ED-6B4B-975B-7961AE1E442E}"/>
              </a:ext>
            </a:extLst>
          </p:cNvPr>
          <p:cNvSpPr txBox="1"/>
          <p:nvPr/>
        </p:nvSpPr>
        <p:spPr>
          <a:xfrm>
            <a:off x="953654" y="2578914"/>
            <a:ext cx="4463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Late Delivery Rate by State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19C1A2-FD23-57FB-AA2B-285433829BC8}"/>
              </a:ext>
            </a:extLst>
          </p:cNvPr>
          <p:cNvSpPr txBox="1"/>
          <p:nvPr/>
        </p:nvSpPr>
        <p:spPr>
          <a:xfrm>
            <a:off x="6788730" y="2578914"/>
            <a:ext cx="4033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Delivery Time Distribution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1733C3-80BC-5F51-3C99-CC03CD0002F6}"/>
              </a:ext>
            </a:extLst>
          </p:cNvPr>
          <p:cNvSpPr/>
          <p:nvPr/>
        </p:nvSpPr>
        <p:spPr>
          <a:xfrm>
            <a:off x="900545" y="1252763"/>
            <a:ext cx="2571841" cy="1073882"/>
          </a:xfrm>
          <a:prstGeom prst="roundRect">
            <a:avLst>
              <a:gd name="adj" fmla="val 178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7A47F-858D-70FA-1756-E53593B8C3E9}"/>
              </a:ext>
            </a:extLst>
          </p:cNvPr>
          <p:cNvSpPr txBox="1"/>
          <p:nvPr/>
        </p:nvSpPr>
        <p:spPr>
          <a:xfrm>
            <a:off x="1002241" y="1252763"/>
            <a:ext cx="2345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On-Time Delivery Rate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B866F1-337B-0E6F-AA1F-2C9933C1AE7C}"/>
              </a:ext>
            </a:extLst>
          </p:cNvPr>
          <p:cNvSpPr/>
          <p:nvPr/>
        </p:nvSpPr>
        <p:spPr>
          <a:xfrm>
            <a:off x="8604064" y="1247943"/>
            <a:ext cx="2571841" cy="1073882"/>
          </a:xfrm>
          <a:prstGeom prst="roundRect">
            <a:avLst>
              <a:gd name="adj" fmla="val 178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69BF61-1E23-69CF-1C75-141E85A352B5}"/>
              </a:ext>
            </a:extLst>
          </p:cNvPr>
          <p:cNvSpPr/>
          <p:nvPr/>
        </p:nvSpPr>
        <p:spPr>
          <a:xfrm>
            <a:off x="4752305" y="1252763"/>
            <a:ext cx="2571841" cy="1073882"/>
          </a:xfrm>
          <a:prstGeom prst="roundRect">
            <a:avLst>
              <a:gd name="adj" fmla="val 178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225B2-CBDC-229A-0C5E-00CBF1754587}"/>
              </a:ext>
            </a:extLst>
          </p:cNvPr>
          <p:cNvSpPr txBox="1"/>
          <p:nvPr/>
        </p:nvSpPr>
        <p:spPr>
          <a:xfrm>
            <a:off x="4853999" y="1252763"/>
            <a:ext cx="2345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Average </a:t>
            </a:r>
            <a:r>
              <a:rPr lang="en-US" sz="1600" dirty="0">
                <a:solidFill>
                  <a:schemeClr val="bg1"/>
                </a:solidFill>
              </a:rPr>
              <a:t>Delivery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E875E-CA55-9950-A40C-F2E766A95797}"/>
              </a:ext>
            </a:extLst>
          </p:cNvPr>
          <p:cNvSpPr txBox="1"/>
          <p:nvPr/>
        </p:nvSpPr>
        <p:spPr>
          <a:xfrm>
            <a:off x="8705757" y="1252763"/>
            <a:ext cx="23454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Late Delivery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35928-AA79-0E77-9B5A-F4FC769ED6E5}"/>
              </a:ext>
            </a:extLst>
          </p:cNvPr>
          <p:cNvSpPr txBox="1"/>
          <p:nvPr/>
        </p:nvSpPr>
        <p:spPr>
          <a:xfrm>
            <a:off x="2008909" y="4143292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Bar Chart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FA7B7F-7A6B-8F0E-893E-DA0551C7D5D3}"/>
              </a:ext>
            </a:extLst>
          </p:cNvPr>
          <p:cNvSpPr txBox="1"/>
          <p:nvPr/>
        </p:nvSpPr>
        <p:spPr>
          <a:xfrm>
            <a:off x="7994266" y="4143292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Column Chart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E5ED1A-7ECF-109E-0E43-B5F18ABDE4F8}"/>
              </a:ext>
            </a:extLst>
          </p:cNvPr>
          <p:cNvSpPr txBox="1"/>
          <p:nvPr/>
        </p:nvSpPr>
        <p:spPr>
          <a:xfrm>
            <a:off x="1244357" y="1675822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KPI Card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479A7A-E1A9-A20F-7515-7AD3619EB521}"/>
              </a:ext>
            </a:extLst>
          </p:cNvPr>
          <p:cNvSpPr txBox="1"/>
          <p:nvPr/>
        </p:nvSpPr>
        <p:spPr>
          <a:xfrm>
            <a:off x="5103046" y="1675822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KPI Card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177F8E-E4DF-C3EC-5607-4FF875ECEB83}"/>
              </a:ext>
            </a:extLst>
          </p:cNvPr>
          <p:cNvSpPr txBox="1"/>
          <p:nvPr/>
        </p:nvSpPr>
        <p:spPr>
          <a:xfrm>
            <a:off x="8952582" y="1675822"/>
            <a:ext cx="1884218" cy="369332"/>
          </a:xfrm>
          <a:prstGeom prst="rect">
            <a:avLst/>
          </a:prstGeom>
          <a:solidFill>
            <a:srgbClr val="F5CE0A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812"/>
                </a:solidFill>
              </a:rPr>
              <a:t>KPI Card</a:t>
            </a:r>
          </a:p>
        </p:txBody>
      </p:sp>
    </p:spTree>
    <p:extLst>
      <p:ext uri="{BB962C8B-B14F-4D97-AF65-F5344CB8AC3E}">
        <p14:creationId xmlns:p14="http://schemas.microsoft.com/office/powerpoint/2010/main" val="37121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</TotalTime>
  <Words>176</Words>
  <Application>Microsoft Office PowerPoint</Application>
  <PresentationFormat>Widescreen</PresentationFormat>
  <Paragraphs>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Kolade Bamidele</dc:creator>
  <cp:lastModifiedBy>Kolade Bamidele</cp:lastModifiedBy>
  <cp:revision>1</cp:revision>
  <dcterms:created xsi:type="dcterms:W3CDTF">2026-09-16T16:06:50Z</dcterms:created>
  <dcterms:modified xsi:type="dcterms:W3CDTF">2026-09-18T14:51:30Z</dcterms:modified>
</cp:coreProperties>
</file>